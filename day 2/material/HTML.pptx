
<file path=[Content_Types].xml><?xml version="1.0" encoding="utf-8"?>
<Types xmlns="http://schemas.openxmlformats.org/package/2006/content-types">
  <Default Extension="crdownload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0"/>
  </p:notesMasterIdLst>
  <p:sldIdLst>
    <p:sldId id="579" r:id="rId3"/>
    <p:sldId id="386" r:id="rId4"/>
    <p:sldId id="578" r:id="rId5"/>
    <p:sldId id="391" r:id="rId6"/>
    <p:sldId id="387" r:id="rId7"/>
    <p:sldId id="392" r:id="rId8"/>
    <p:sldId id="580" r:id="rId9"/>
    <p:sldId id="257" r:id="rId10"/>
    <p:sldId id="385" r:id="rId11"/>
    <p:sldId id="393" r:id="rId12"/>
    <p:sldId id="259" r:id="rId13"/>
    <p:sldId id="351" r:id="rId14"/>
    <p:sldId id="394" r:id="rId15"/>
    <p:sldId id="350" r:id="rId16"/>
    <p:sldId id="352" r:id="rId17"/>
    <p:sldId id="353" r:id="rId18"/>
    <p:sldId id="378" r:id="rId19"/>
    <p:sldId id="363" r:id="rId20"/>
    <p:sldId id="371" r:id="rId21"/>
    <p:sldId id="372" r:id="rId22"/>
    <p:sldId id="373" r:id="rId23"/>
    <p:sldId id="374" r:id="rId24"/>
    <p:sldId id="379" r:id="rId25"/>
    <p:sldId id="381" r:id="rId26"/>
    <p:sldId id="380" r:id="rId27"/>
    <p:sldId id="377" r:id="rId28"/>
    <p:sldId id="354" r:id="rId29"/>
    <p:sldId id="581" r:id="rId30"/>
    <p:sldId id="264" r:id="rId31"/>
    <p:sldId id="265" r:id="rId32"/>
    <p:sldId id="582" r:id="rId33"/>
    <p:sldId id="269" r:id="rId34"/>
    <p:sldId id="270" r:id="rId35"/>
    <p:sldId id="273" r:id="rId36"/>
    <p:sldId id="274" r:id="rId37"/>
    <p:sldId id="356" r:id="rId38"/>
    <p:sldId id="38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424" autoAdjust="0"/>
  </p:normalViewPr>
  <p:slideViewPr>
    <p:cSldViewPr snapToGrid="0">
      <p:cViewPr varScale="1">
        <p:scale>
          <a:sx n="83" d="100"/>
          <a:sy n="83" d="100"/>
        </p:scale>
        <p:origin x="163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6C723A-4016-432C-83F1-533A0BBBA1BB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6A2515E-173E-46FE-9F28-304AD226A9CB}">
      <dgm:prSet phldrT="[Text]"/>
      <dgm:spPr/>
      <dgm:t>
        <a:bodyPr/>
        <a:lstStyle/>
        <a:p>
          <a:r>
            <a:rPr lang="en-US" dirty="0"/>
            <a:t>HTML</a:t>
          </a:r>
        </a:p>
      </dgm:t>
    </dgm:pt>
    <dgm:pt modelId="{55423A38-7CCB-4886-85A1-71A28F77AF18}" type="parTrans" cxnId="{D1C5012A-2E86-4878-883E-1EAFD4100949}">
      <dgm:prSet/>
      <dgm:spPr/>
      <dgm:t>
        <a:bodyPr/>
        <a:lstStyle/>
        <a:p>
          <a:endParaRPr lang="en-US"/>
        </a:p>
      </dgm:t>
    </dgm:pt>
    <dgm:pt modelId="{E18327AA-D9E8-4D3F-AC2D-CF625008E240}" type="sibTrans" cxnId="{D1C5012A-2E86-4878-883E-1EAFD4100949}">
      <dgm:prSet/>
      <dgm:spPr/>
      <dgm:t>
        <a:bodyPr/>
        <a:lstStyle/>
        <a:p>
          <a:endParaRPr lang="en-US"/>
        </a:p>
      </dgm:t>
    </dgm:pt>
    <dgm:pt modelId="{65C1CBC7-0CBA-4A9A-8C04-A57422B79225}">
      <dgm:prSet phldrT="[Text]"/>
      <dgm:spPr/>
      <dgm:t>
        <a:bodyPr/>
        <a:lstStyle/>
        <a:p>
          <a:r>
            <a:rPr lang="en-US" dirty="0"/>
            <a:t>Head</a:t>
          </a:r>
        </a:p>
      </dgm:t>
    </dgm:pt>
    <dgm:pt modelId="{41B9F68B-C6DD-46C6-B184-592ED412C841}" type="parTrans" cxnId="{A00F2FE0-7C6A-493A-AB90-F4C567A53D3B}">
      <dgm:prSet/>
      <dgm:spPr/>
      <dgm:t>
        <a:bodyPr/>
        <a:lstStyle/>
        <a:p>
          <a:endParaRPr lang="en-US"/>
        </a:p>
      </dgm:t>
    </dgm:pt>
    <dgm:pt modelId="{541F2CB6-FBCD-4A3C-889F-EA84C405CF1A}" type="sibTrans" cxnId="{A00F2FE0-7C6A-493A-AB90-F4C567A53D3B}">
      <dgm:prSet/>
      <dgm:spPr/>
      <dgm:t>
        <a:bodyPr/>
        <a:lstStyle/>
        <a:p>
          <a:endParaRPr lang="en-US"/>
        </a:p>
      </dgm:t>
    </dgm:pt>
    <dgm:pt modelId="{630F5C67-D4A1-4F33-9711-AB05E2A7B324}">
      <dgm:prSet phldrT="[Text]"/>
      <dgm:spPr/>
      <dgm:t>
        <a:bodyPr/>
        <a:lstStyle/>
        <a:p>
          <a:r>
            <a:rPr lang="en-US" dirty="0"/>
            <a:t>Body</a:t>
          </a:r>
        </a:p>
      </dgm:t>
    </dgm:pt>
    <dgm:pt modelId="{CEB26FD3-21CA-47CC-884F-CBEA50C96DD5}" type="parTrans" cxnId="{0D7B10FB-BB34-442A-94D2-C1B98C36C0F3}">
      <dgm:prSet/>
      <dgm:spPr/>
      <dgm:t>
        <a:bodyPr/>
        <a:lstStyle/>
        <a:p>
          <a:endParaRPr lang="en-US"/>
        </a:p>
      </dgm:t>
    </dgm:pt>
    <dgm:pt modelId="{BC935BCA-1399-4996-9279-6149B642A02E}" type="sibTrans" cxnId="{0D7B10FB-BB34-442A-94D2-C1B98C36C0F3}">
      <dgm:prSet/>
      <dgm:spPr/>
      <dgm:t>
        <a:bodyPr/>
        <a:lstStyle/>
        <a:p>
          <a:endParaRPr lang="en-US"/>
        </a:p>
      </dgm:t>
    </dgm:pt>
    <dgm:pt modelId="{4CD42B35-91C9-4E85-B66B-925029F2EE5B}" type="pres">
      <dgm:prSet presAssocID="{496C723A-4016-432C-83F1-533A0BBBA1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3FDE2F-AC30-432D-9E00-6FAAAB7147DD}" type="pres">
      <dgm:prSet presAssocID="{E6A2515E-173E-46FE-9F28-304AD226A9CB}" presName="hierRoot1" presStyleCnt="0">
        <dgm:presLayoutVars>
          <dgm:hierBranch val="init"/>
        </dgm:presLayoutVars>
      </dgm:prSet>
      <dgm:spPr/>
    </dgm:pt>
    <dgm:pt modelId="{C3104356-7A79-4551-9374-0B0FD49D71C8}" type="pres">
      <dgm:prSet presAssocID="{E6A2515E-173E-46FE-9F28-304AD226A9CB}" presName="rootComposite1" presStyleCnt="0"/>
      <dgm:spPr/>
    </dgm:pt>
    <dgm:pt modelId="{4B93D1CB-7AC3-4461-BC7C-6B4FAFA234E2}" type="pres">
      <dgm:prSet presAssocID="{E6A2515E-173E-46FE-9F28-304AD226A9CB}" presName="rootText1" presStyleLbl="node0" presStyleIdx="0" presStyleCnt="1">
        <dgm:presLayoutVars>
          <dgm:chPref val="3"/>
        </dgm:presLayoutVars>
      </dgm:prSet>
      <dgm:spPr/>
    </dgm:pt>
    <dgm:pt modelId="{7810E740-E920-4071-93AA-38A8C985911D}" type="pres">
      <dgm:prSet presAssocID="{E6A2515E-173E-46FE-9F28-304AD226A9CB}" presName="rootConnector1" presStyleLbl="node1" presStyleIdx="0" presStyleCnt="0"/>
      <dgm:spPr/>
    </dgm:pt>
    <dgm:pt modelId="{A853AFDD-3622-4E9D-B25E-5606EFAC980B}" type="pres">
      <dgm:prSet presAssocID="{E6A2515E-173E-46FE-9F28-304AD226A9CB}" presName="hierChild2" presStyleCnt="0"/>
      <dgm:spPr/>
    </dgm:pt>
    <dgm:pt modelId="{B3B3A062-A5AE-41A5-A25F-BC02FE16116E}" type="pres">
      <dgm:prSet presAssocID="{41B9F68B-C6DD-46C6-B184-592ED412C841}" presName="Name37" presStyleLbl="parChTrans1D2" presStyleIdx="0" presStyleCnt="2"/>
      <dgm:spPr/>
    </dgm:pt>
    <dgm:pt modelId="{45946B95-2479-4A04-BCC1-ED034DDEA90F}" type="pres">
      <dgm:prSet presAssocID="{65C1CBC7-0CBA-4A9A-8C04-A57422B79225}" presName="hierRoot2" presStyleCnt="0">
        <dgm:presLayoutVars>
          <dgm:hierBranch val="init"/>
        </dgm:presLayoutVars>
      </dgm:prSet>
      <dgm:spPr/>
    </dgm:pt>
    <dgm:pt modelId="{D9B023B9-1081-4749-9112-9CEBBF017D00}" type="pres">
      <dgm:prSet presAssocID="{65C1CBC7-0CBA-4A9A-8C04-A57422B79225}" presName="rootComposite" presStyleCnt="0"/>
      <dgm:spPr/>
    </dgm:pt>
    <dgm:pt modelId="{23708023-9BA6-4C82-AC51-E7B68D4701CB}" type="pres">
      <dgm:prSet presAssocID="{65C1CBC7-0CBA-4A9A-8C04-A57422B79225}" presName="rootText" presStyleLbl="node2" presStyleIdx="0" presStyleCnt="2">
        <dgm:presLayoutVars>
          <dgm:chPref val="3"/>
        </dgm:presLayoutVars>
      </dgm:prSet>
      <dgm:spPr/>
    </dgm:pt>
    <dgm:pt modelId="{C800ECB0-C6B8-4754-892C-2D57720FA4C0}" type="pres">
      <dgm:prSet presAssocID="{65C1CBC7-0CBA-4A9A-8C04-A57422B79225}" presName="rootConnector" presStyleLbl="node2" presStyleIdx="0" presStyleCnt="2"/>
      <dgm:spPr/>
    </dgm:pt>
    <dgm:pt modelId="{03761837-4AFC-4A33-B16F-9142DCA02AEA}" type="pres">
      <dgm:prSet presAssocID="{65C1CBC7-0CBA-4A9A-8C04-A57422B79225}" presName="hierChild4" presStyleCnt="0"/>
      <dgm:spPr/>
    </dgm:pt>
    <dgm:pt modelId="{813B736C-571A-4163-8E07-B5865258F40F}" type="pres">
      <dgm:prSet presAssocID="{65C1CBC7-0CBA-4A9A-8C04-A57422B79225}" presName="hierChild5" presStyleCnt="0"/>
      <dgm:spPr/>
    </dgm:pt>
    <dgm:pt modelId="{9D38CB6A-20A2-4123-8552-3E65A788AACD}" type="pres">
      <dgm:prSet presAssocID="{CEB26FD3-21CA-47CC-884F-CBEA50C96DD5}" presName="Name37" presStyleLbl="parChTrans1D2" presStyleIdx="1" presStyleCnt="2"/>
      <dgm:spPr/>
    </dgm:pt>
    <dgm:pt modelId="{762999F2-9C27-4604-80B8-C7A38FDF0BA1}" type="pres">
      <dgm:prSet presAssocID="{630F5C67-D4A1-4F33-9711-AB05E2A7B324}" presName="hierRoot2" presStyleCnt="0">
        <dgm:presLayoutVars>
          <dgm:hierBranch val="init"/>
        </dgm:presLayoutVars>
      </dgm:prSet>
      <dgm:spPr/>
    </dgm:pt>
    <dgm:pt modelId="{13AE4076-03A9-4B84-8DA8-55A2515EED9D}" type="pres">
      <dgm:prSet presAssocID="{630F5C67-D4A1-4F33-9711-AB05E2A7B324}" presName="rootComposite" presStyleCnt="0"/>
      <dgm:spPr/>
    </dgm:pt>
    <dgm:pt modelId="{A860FC31-7587-4C66-93DB-4FBD4547E754}" type="pres">
      <dgm:prSet presAssocID="{630F5C67-D4A1-4F33-9711-AB05E2A7B324}" presName="rootText" presStyleLbl="node2" presStyleIdx="1" presStyleCnt="2">
        <dgm:presLayoutVars>
          <dgm:chPref val="3"/>
        </dgm:presLayoutVars>
      </dgm:prSet>
      <dgm:spPr/>
    </dgm:pt>
    <dgm:pt modelId="{9507E020-AC21-4DFF-B036-42AA1B503F8B}" type="pres">
      <dgm:prSet presAssocID="{630F5C67-D4A1-4F33-9711-AB05E2A7B324}" presName="rootConnector" presStyleLbl="node2" presStyleIdx="1" presStyleCnt="2"/>
      <dgm:spPr/>
    </dgm:pt>
    <dgm:pt modelId="{9E189F0C-011E-4936-9486-0303D32E71DE}" type="pres">
      <dgm:prSet presAssocID="{630F5C67-D4A1-4F33-9711-AB05E2A7B324}" presName="hierChild4" presStyleCnt="0"/>
      <dgm:spPr/>
    </dgm:pt>
    <dgm:pt modelId="{A3839213-E751-4373-A5E1-8434D77E416D}" type="pres">
      <dgm:prSet presAssocID="{630F5C67-D4A1-4F33-9711-AB05E2A7B324}" presName="hierChild5" presStyleCnt="0"/>
      <dgm:spPr/>
    </dgm:pt>
    <dgm:pt modelId="{10C4B35F-BB2D-429D-84AE-9750C603D122}" type="pres">
      <dgm:prSet presAssocID="{E6A2515E-173E-46FE-9F28-304AD226A9CB}" presName="hierChild3" presStyleCnt="0"/>
      <dgm:spPr/>
    </dgm:pt>
  </dgm:ptLst>
  <dgm:cxnLst>
    <dgm:cxn modelId="{FE1D0506-E75E-4829-801F-F9A9EC0B2995}" type="presOf" srcId="{E6A2515E-173E-46FE-9F28-304AD226A9CB}" destId="{7810E740-E920-4071-93AA-38A8C985911D}" srcOrd="1" destOrd="0" presId="urn:microsoft.com/office/officeart/2005/8/layout/orgChart1"/>
    <dgm:cxn modelId="{F1DF8D0D-829A-42B5-B307-D09280E8CF16}" type="presOf" srcId="{E6A2515E-173E-46FE-9F28-304AD226A9CB}" destId="{4B93D1CB-7AC3-4461-BC7C-6B4FAFA234E2}" srcOrd="0" destOrd="0" presId="urn:microsoft.com/office/officeart/2005/8/layout/orgChart1"/>
    <dgm:cxn modelId="{CF16BB24-B872-403E-88E3-DA5623C8B1D1}" type="presOf" srcId="{630F5C67-D4A1-4F33-9711-AB05E2A7B324}" destId="{9507E020-AC21-4DFF-B036-42AA1B503F8B}" srcOrd="1" destOrd="0" presId="urn:microsoft.com/office/officeart/2005/8/layout/orgChart1"/>
    <dgm:cxn modelId="{D1C5012A-2E86-4878-883E-1EAFD4100949}" srcId="{496C723A-4016-432C-83F1-533A0BBBA1BB}" destId="{E6A2515E-173E-46FE-9F28-304AD226A9CB}" srcOrd="0" destOrd="0" parTransId="{55423A38-7CCB-4886-85A1-71A28F77AF18}" sibTransId="{E18327AA-D9E8-4D3F-AC2D-CF625008E240}"/>
    <dgm:cxn modelId="{0B09C848-85A5-4910-AB0F-9327FBCB8D8D}" type="presOf" srcId="{41B9F68B-C6DD-46C6-B184-592ED412C841}" destId="{B3B3A062-A5AE-41A5-A25F-BC02FE16116E}" srcOrd="0" destOrd="0" presId="urn:microsoft.com/office/officeart/2005/8/layout/orgChart1"/>
    <dgm:cxn modelId="{83DE6380-9632-4CE0-8BB9-70E5013BF664}" type="presOf" srcId="{65C1CBC7-0CBA-4A9A-8C04-A57422B79225}" destId="{23708023-9BA6-4C82-AC51-E7B68D4701CB}" srcOrd="0" destOrd="0" presId="urn:microsoft.com/office/officeart/2005/8/layout/orgChart1"/>
    <dgm:cxn modelId="{581AD087-4A1D-4B89-B9F8-833967FA53EE}" type="presOf" srcId="{CEB26FD3-21CA-47CC-884F-CBEA50C96DD5}" destId="{9D38CB6A-20A2-4123-8552-3E65A788AACD}" srcOrd="0" destOrd="0" presId="urn:microsoft.com/office/officeart/2005/8/layout/orgChart1"/>
    <dgm:cxn modelId="{EAE797A8-3846-41E0-B347-8194DDA63E4C}" type="presOf" srcId="{630F5C67-D4A1-4F33-9711-AB05E2A7B324}" destId="{A860FC31-7587-4C66-93DB-4FBD4547E754}" srcOrd="0" destOrd="0" presId="urn:microsoft.com/office/officeart/2005/8/layout/orgChart1"/>
    <dgm:cxn modelId="{A00F2FE0-7C6A-493A-AB90-F4C567A53D3B}" srcId="{E6A2515E-173E-46FE-9F28-304AD226A9CB}" destId="{65C1CBC7-0CBA-4A9A-8C04-A57422B79225}" srcOrd="0" destOrd="0" parTransId="{41B9F68B-C6DD-46C6-B184-592ED412C841}" sibTransId="{541F2CB6-FBCD-4A3C-889F-EA84C405CF1A}"/>
    <dgm:cxn modelId="{034E69EA-BEEC-4954-985A-986F3DDE649B}" type="presOf" srcId="{496C723A-4016-432C-83F1-533A0BBBA1BB}" destId="{4CD42B35-91C9-4E85-B66B-925029F2EE5B}" srcOrd="0" destOrd="0" presId="urn:microsoft.com/office/officeart/2005/8/layout/orgChart1"/>
    <dgm:cxn modelId="{A59D96F4-0F1F-432E-9AB4-54B623CAB472}" type="presOf" srcId="{65C1CBC7-0CBA-4A9A-8C04-A57422B79225}" destId="{C800ECB0-C6B8-4754-892C-2D57720FA4C0}" srcOrd="1" destOrd="0" presId="urn:microsoft.com/office/officeart/2005/8/layout/orgChart1"/>
    <dgm:cxn modelId="{0D7B10FB-BB34-442A-94D2-C1B98C36C0F3}" srcId="{E6A2515E-173E-46FE-9F28-304AD226A9CB}" destId="{630F5C67-D4A1-4F33-9711-AB05E2A7B324}" srcOrd="1" destOrd="0" parTransId="{CEB26FD3-21CA-47CC-884F-CBEA50C96DD5}" sibTransId="{BC935BCA-1399-4996-9279-6149B642A02E}"/>
    <dgm:cxn modelId="{7DEA7590-CDBD-4BDF-AF44-5D5C4930B574}" type="presParOf" srcId="{4CD42B35-91C9-4E85-B66B-925029F2EE5B}" destId="{413FDE2F-AC30-432D-9E00-6FAAAB7147DD}" srcOrd="0" destOrd="0" presId="urn:microsoft.com/office/officeart/2005/8/layout/orgChart1"/>
    <dgm:cxn modelId="{E15A7225-0B1C-4BC3-B5A7-FE9E1E406C5C}" type="presParOf" srcId="{413FDE2F-AC30-432D-9E00-6FAAAB7147DD}" destId="{C3104356-7A79-4551-9374-0B0FD49D71C8}" srcOrd="0" destOrd="0" presId="urn:microsoft.com/office/officeart/2005/8/layout/orgChart1"/>
    <dgm:cxn modelId="{606EF23B-4905-4F4A-A646-59167CDB6B47}" type="presParOf" srcId="{C3104356-7A79-4551-9374-0B0FD49D71C8}" destId="{4B93D1CB-7AC3-4461-BC7C-6B4FAFA234E2}" srcOrd="0" destOrd="0" presId="urn:microsoft.com/office/officeart/2005/8/layout/orgChart1"/>
    <dgm:cxn modelId="{754508F6-686E-4775-B90F-B671C9B4B95E}" type="presParOf" srcId="{C3104356-7A79-4551-9374-0B0FD49D71C8}" destId="{7810E740-E920-4071-93AA-38A8C985911D}" srcOrd="1" destOrd="0" presId="urn:microsoft.com/office/officeart/2005/8/layout/orgChart1"/>
    <dgm:cxn modelId="{DA9A7DD4-593D-42BE-A49F-3D614546DB5A}" type="presParOf" srcId="{413FDE2F-AC30-432D-9E00-6FAAAB7147DD}" destId="{A853AFDD-3622-4E9D-B25E-5606EFAC980B}" srcOrd="1" destOrd="0" presId="urn:microsoft.com/office/officeart/2005/8/layout/orgChart1"/>
    <dgm:cxn modelId="{C9191FD5-D2C8-4D3F-8336-1DB750CE0D55}" type="presParOf" srcId="{A853AFDD-3622-4E9D-B25E-5606EFAC980B}" destId="{B3B3A062-A5AE-41A5-A25F-BC02FE16116E}" srcOrd="0" destOrd="0" presId="urn:microsoft.com/office/officeart/2005/8/layout/orgChart1"/>
    <dgm:cxn modelId="{542189A5-1A0F-415A-979A-732689CEE99F}" type="presParOf" srcId="{A853AFDD-3622-4E9D-B25E-5606EFAC980B}" destId="{45946B95-2479-4A04-BCC1-ED034DDEA90F}" srcOrd="1" destOrd="0" presId="urn:microsoft.com/office/officeart/2005/8/layout/orgChart1"/>
    <dgm:cxn modelId="{AF6E7288-8FF0-460E-924B-8A80889800B2}" type="presParOf" srcId="{45946B95-2479-4A04-BCC1-ED034DDEA90F}" destId="{D9B023B9-1081-4749-9112-9CEBBF017D00}" srcOrd="0" destOrd="0" presId="urn:microsoft.com/office/officeart/2005/8/layout/orgChart1"/>
    <dgm:cxn modelId="{7E90B284-078E-49F7-863B-402C2C433265}" type="presParOf" srcId="{D9B023B9-1081-4749-9112-9CEBBF017D00}" destId="{23708023-9BA6-4C82-AC51-E7B68D4701CB}" srcOrd="0" destOrd="0" presId="urn:microsoft.com/office/officeart/2005/8/layout/orgChart1"/>
    <dgm:cxn modelId="{2510EB00-2C21-4D1A-BB56-22F50607309D}" type="presParOf" srcId="{D9B023B9-1081-4749-9112-9CEBBF017D00}" destId="{C800ECB0-C6B8-4754-892C-2D57720FA4C0}" srcOrd="1" destOrd="0" presId="urn:microsoft.com/office/officeart/2005/8/layout/orgChart1"/>
    <dgm:cxn modelId="{F6102176-C309-428F-B642-3B630767B464}" type="presParOf" srcId="{45946B95-2479-4A04-BCC1-ED034DDEA90F}" destId="{03761837-4AFC-4A33-B16F-9142DCA02AEA}" srcOrd="1" destOrd="0" presId="urn:microsoft.com/office/officeart/2005/8/layout/orgChart1"/>
    <dgm:cxn modelId="{78BF6C46-2035-4320-9068-15B59CA52FA9}" type="presParOf" srcId="{45946B95-2479-4A04-BCC1-ED034DDEA90F}" destId="{813B736C-571A-4163-8E07-B5865258F40F}" srcOrd="2" destOrd="0" presId="urn:microsoft.com/office/officeart/2005/8/layout/orgChart1"/>
    <dgm:cxn modelId="{D785BE1E-1914-40CE-8191-B234C8474652}" type="presParOf" srcId="{A853AFDD-3622-4E9D-B25E-5606EFAC980B}" destId="{9D38CB6A-20A2-4123-8552-3E65A788AACD}" srcOrd="2" destOrd="0" presId="urn:microsoft.com/office/officeart/2005/8/layout/orgChart1"/>
    <dgm:cxn modelId="{D71B50F9-7F60-43DE-8F30-7289EBBE8A67}" type="presParOf" srcId="{A853AFDD-3622-4E9D-B25E-5606EFAC980B}" destId="{762999F2-9C27-4604-80B8-C7A38FDF0BA1}" srcOrd="3" destOrd="0" presId="urn:microsoft.com/office/officeart/2005/8/layout/orgChart1"/>
    <dgm:cxn modelId="{DBCD0BE4-D31F-46F6-8649-B97888E7F69D}" type="presParOf" srcId="{762999F2-9C27-4604-80B8-C7A38FDF0BA1}" destId="{13AE4076-03A9-4B84-8DA8-55A2515EED9D}" srcOrd="0" destOrd="0" presId="urn:microsoft.com/office/officeart/2005/8/layout/orgChart1"/>
    <dgm:cxn modelId="{02C61CF2-EC39-4857-97AC-DC1D4CD8376E}" type="presParOf" srcId="{13AE4076-03A9-4B84-8DA8-55A2515EED9D}" destId="{A860FC31-7587-4C66-93DB-4FBD4547E754}" srcOrd="0" destOrd="0" presId="urn:microsoft.com/office/officeart/2005/8/layout/orgChart1"/>
    <dgm:cxn modelId="{3C3B172F-56DB-4ECA-A513-27A9BA5AC1BB}" type="presParOf" srcId="{13AE4076-03A9-4B84-8DA8-55A2515EED9D}" destId="{9507E020-AC21-4DFF-B036-42AA1B503F8B}" srcOrd="1" destOrd="0" presId="urn:microsoft.com/office/officeart/2005/8/layout/orgChart1"/>
    <dgm:cxn modelId="{41F36F19-2200-4B54-900A-9C9425FABE9F}" type="presParOf" srcId="{762999F2-9C27-4604-80B8-C7A38FDF0BA1}" destId="{9E189F0C-011E-4936-9486-0303D32E71DE}" srcOrd="1" destOrd="0" presId="urn:microsoft.com/office/officeart/2005/8/layout/orgChart1"/>
    <dgm:cxn modelId="{B6827DB0-C7D5-4AB1-9BC4-080143C46039}" type="presParOf" srcId="{762999F2-9C27-4604-80B8-C7A38FDF0BA1}" destId="{A3839213-E751-4373-A5E1-8434D77E416D}" srcOrd="2" destOrd="0" presId="urn:microsoft.com/office/officeart/2005/8/layout/orgChart1"/>
    <dgm:cxn modelId="{655CCBA6-4E63-4B02-B580-9700A0325B8E}" type="presParOf" srcId="{413FDE2F-AC30-432D-9E00-6FAAAB7147DD}" destId="{10C4B35F-BB2D-429D-84AE-9750C603D12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458EF9-1100-4E2E-A503-ABBC78E8E4A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97F46B2-A274-46A2-BAC0-845C7F870F53}">
      <dgm:prSet phldrT="[Text]"/>
      <dgm:spPr/>
      <dgm:t>
        <a:bodyPr/>
        <a:lstStyle/>
        <a:p>
          <a:r>
            <a:rPr lang="en-US" dirty="0"/>
            <a:t>&lt;title&gt;</a:t>
          </a:r>
        </a:p>
      </dgm:t>
    </dgm:pt>
    <dgm:pt modelId="{782D9D1E-3C22-4483-807C-3050B4F64C12}" type="parTrans" cxnId="{5F11DDD6-3A0E-4892-A11D-5EB71F994F8B}">
      <dgm:prSet/>
      <dgm:spPr/>
      <dgm:t>
        <a:bodyPr/>
        <a:lstStyle/>
        <a:p>
          <a:endParaRPr lang="en-US"/>
        </a:p>
      </dgm:t>
    </dgm:pt>
    <dgm:pt modelId="{97439472-F87E-471E-ACFC-F53355F072DE}" type="sibTrans" cxnId="{5F11DDD6-3A0E-4892-A11D-5EB71F994F8B}">
      <dgm:prSet/>
      <dgm:spPr/>
      <dgm:t>
        <a:bodyPr/>
        <a:lstStyle/>
        <a:p>
          <a:endParaRPr lang="en-US"/>
        </a:p>
      </dgm:t>
    </dgm:pt>
    <dgm:pt modelId="{E7835404-C955-42B1-942B-22B183D98DBC}">
      <dgm:prSet phldrT="[Text]"/>
      <dgm:spPr/>
      <dgm:t>
        <a:bodyPr/>
        <a:lstStyle/>
        <a:p>
          <a:r>
            <a:rPr lang="en-US" dirty="0"/>
            <a:t>&lt;meta&gt;</a:t>
          </a:r>
        </a:p>
      </dgm:t>
    </dgm:pt>
    <dgm:pt modelId="{05062BD2-DB41-4547-B6A0-C4273D04F510}" type="parTrans" cxnId="{E84D8676-1692-4585-AA71-5457E7E52BE0}">
      <dgm:prSet/>
      <dgm:spPr/>
      <dgm:t>
        <a:bodyPr/>
        <a:lstStyle/>
        <a:p>
          <a:endParaRPr lang="en-US"/>
        </a:p>
      </dgm:t>
    </dgm:pt>
    <dgm:pt modelId="{770FEB88-6AE1-4C33-AD05-2C18410B1A02}" type="sibTrans" cxnId="{E84D8676-1692-4585-AA71-5457E7E52BE0}">
      <dgm:prSet/>
      <dgm:spPr/>
      <dgm:t>
        <a:bodyPr/>
        <a:lstStyle/>
        <a:p>
          <a:endParaRPr lang="en-US"/>
        </a:p>
      </dgm:t>
    </dgm:pt>
    <dgm:pt modelId="{F610F896-6892-49C9-85FE-7909955F8384}">
      <dgm:prSet phldrT="[Text]"/>
      <dgm:spPr/>
      <dgm:t>
        <a:bodyPr/>
        <a:lstStyle/>
        <a:p>
          <a:r>
            <a:rPr lang="en-US" dirty="0"/>
            <a:t>&lt;script&gt;</a:t>
          </a:r>
        </a:p>
      </dgm:t>
    </dgm:pt>
    <dgm:pt modelId="{B0BB9ECA-083F-404B-B4F2-C6DE2F276BB6}" type="parTrans" cxnId="{66B397D8-1CF1-4798-A57B-0AFD474FFBFE}">
      <dgm:prSet/>
      <dgm:spPr/>
      <dgm:t>
        <a:bodyPr/>
        <a:lstStyle/>
        <a:p>
          <a:endParaRPr lang="en-US"/>
        </a:p>
      </dgm:t>
    </dgm:pt>
    <dgm:pt modelId="{CE9AC6E2-E752-4BBE-A3EC-BD6BB18D6D9C}" type="sibTrans" cxnId="{66B397D8-1CF1-4798-A57B-0AFD474FFBFE}">
      <dgm:prSet/>
      <dgm:spPr/>
      <dgm:t>
        <a:bodyPr/>
        <a:lstStyle/>
        <a:p>
          <a:endParaRPr lang="en-US"/>
        </a:p>
      </dgm:t>
    </dgm:pt>
    <dgm:pt modelId="{EC320D48-51B7-46D9-9D37-12F8BFB83431}">
      <dgm:prSet phldrT="[Text]"/>
      <dgm:spPr/>
      <dgm:t>
        <a:bodyPr/>
        <a:lstStyle/>
        <a:p>
          <a:r>
            <a:rPr lang="en-US" dirty="0"/>
            <a:t>&lt;style&gt;</a:t>
          </a:r>
        </a:p>
      </dgm:t>
    </dgm:pt>
    <dgm:pt modelId="{87605048-5402-401A-8840-D3384097F625}" type="parTrans" cxnId="{BB607766-1873-42EC-B82A-F123702F0238}">
      <dgm:prSet/>
      <dgm:spPr/>
      <dgm:t>
        <a:bodyPr/>
        <a:lstStyle/>
        <a:p>
          <a:endParaRPr lang="en-US"/>
        </a:p>
      </dgm:t>
    </dgm:pt>
    <dgm:pt modelId="{F569B5B9-8760-4AE5-BE49-A5AA2E742C9D}" type="sibTrans" cxnId="{BB607766-1873-42EC-B82A-F123702F0238}">
      <dgm:prSet/>
      <dgm:spPr/>
      <dgm:t>
        <a:bodyPr/>
        <a:lstStyle/>
        <a:p>
          <a:endParaRPr lang="en-US"/>
        </a:p>
      </dgm:t>
    </dgm:pt>
    <dgm:pt modelId="{EC843C26-938A-471F-BCE2-4583D0679E5E}">
      <dgm:prSet phldrT="[Text]"/>
      <dgm:spPr/>
      <dgm:t>
        <a:bodyPr/>
        <a:lstStyle/>
        <a:p>
          <a:r>
            <a:rPr lang="en-US" dirty="0"/>
            <a:t>&lt;link&gt;</a:t>
          </a:r>
        </a:p>
      </dgm:t>
    </dgm:pt>
    <dgm:pt modelId="{ADE6F084-5796-4B13-9670-3AD2F3CC6F4F}" type="parTrans" cxnId="{26EC1293-2FAB-41B5-BE2C-BC9F61EB4B83}">
      <dgm:prSet/>
      <dgm:spPr/>
      <dgm:t>
        <a:bodyPr/>
        <a:lstStyle/>
        <a:p>
          <a:endParaRPr lang="en-US"/>
        </a:p>
      </dgm:t>
    </dgm:pt>
    <dgm:pt modelId="{82E6CC9F-29AA-49A3-8B95-87195201297E}" type="sibTrans" cxnId="{26EC1293-2FAB-41B5-BE2C-BC9F61EB4B83}">
      <dgm:prSet/>
      <dgm:spPr/>
      <dgm:t>
        <a:bodyPr/>
        <a:lstStyle/>
        <a:p>
          <a:endParaRPr lang="en-US"/>
        </a:p>
      </dgm:t>
    </dgm:pt>
    <dgm:pt modelId="{02D84F15-088C-4F19-9FDE-448122682066}">
      <dgm:prSet phldrT="[Text]"/>
      <dgm:spPr/>
      <dgm:t>
        <a:bodyPr/>
        <a:lstStyle/>
        <a:p>
          <a:r>
            <a:rPr lang="en-US" dirty="0"/>
            <a:t>&lt;base&gt;</a:t>
          </a:r>
        </a:p>
      </dgm:t>
    </dgm:pt>
    <dgm:pt modelId="{F4738529-DEEA-46E0-BBED-060F7983AA0D}" type="parTrans" cxnId="{5D6D7810-CE54-4225-9751-4073C4F8D5DE}">
      <dgm:prSet/>
      <dgm:spPr/>
      <dgm:t>
        <a:bodyPr/>
        <a:lstStyle/>
        <a:p>
          <a:endParaRPr lang="en-US"/>
        </a:p>
      </dgm:t>
    </dgm:pt>
    <dgm:pt modelId="{9A399490-E8D6-4E54-B45B-AEEAE2E65212}" type="sibTrans" cxnId="{5D6D7810-CE54-4225-9751-4073C4F8D5DE}">
      <dgm:prSet/>
      <dgm:spPr/>
      <dgm:t>
        <a:bodyPr/>
        <a:lstStyle/>
        <a:p>
          <a:endParaRPr lang="en-US"/>
        </a:p>
      </dgm:t>
    </dgm:pt>
    <dgm:pt modelId="{3F91B301-276B-43C9-B7AF-DDE1FB3536FC}" type="pres">
      <dgm:prSet presAssocID="{2E458EF9-1100-4E2E-A503-ABBC78E8E4A8}" presName="diagram" presStyleCnt="0">
        <dgm:presLayoutVars>
          <dgm:dir/>
          <dgm:resizeHandles val="exact"/>
        </dgm:presLayoutVars>
      </dgm:prSet>
      <dgm:spPr/>
    </dgm:pt>
    <dgm:pt modelId="{5EFDE2E8-C2BB-4AC5-AE31-CF1CAEEF044D}" type="pres">
      <dgm:prSet presAssocID="{A97F46B2-A274-46A2-BAC0-845C7F870F53}" presName="node" presStyleLbl="node1" presStyleIdx="0" presStyleCnt="6">
        <dgm:presLayoutVars>
          <dgm:bulletEnabled val="1"/>
        </dgm:presLayoutVars>
      </dgm:prSet>
      <dgm:spPr/>
    </dgm:pt>
    <dgm:pt modelId="{05A90961-5585-4C35-8C16-0F4BE13F462E}" type="pres">
      <dgm:prSet presAssocID="{97439472-F87E-471E-ACFC-F53355F072DE}" presName="sibTrans" presStyleCnt="0"/>
      <dgm:spPr/>
    </dgm:pt>
    <dgm:pt modelId="{E7374D19-758D-403E-89C5-50B4F529D1DD}" type="pres">
      <dgm:prSet presAssocID="{E7835404-C955-42B1-942B-22B183D98DBC}" presName="node" presStyleLbl="node1" presStyleIdx="1" presStyleCnt="6">
        <dgm:presLayoutVars>
          <dgm:bulletEnabled val="1"/>
        </dgm:presLayoutVars>
      </dgm:prSet>
      <dgm:spPr/>
    </dgm:pt>
    <dgm:pt modelId="{DAC93108-0A59-4DF0-814B-66D7061E32F3}" type="pres">
      <dgm:prSet presAssocID="{770FEB88-6AE1-4C33-AD05-2C18410B1A02}" presName="sibTrans" presStyleCnt="0"/>
      <dgm:spPr/>
    </dgm:pt>
    <dgm:pt modelId="{8959BD34-2076-42ED-A777-760545B3F31C}" type="pres">
      <dgm:prSet presAssocID="{F610F896-6892-49C9-85FE-7909955F8384}" presName="node" presStyleLbl="node1" presStyleIdx="2" presStyleCnt="6">
        <dgm:presLayoutVars>
          <dgm:bulletEnabled val="1"/>
        </dgm:presLayoutVars>
      </dgm:prSet>
      <dgm:spPr/>
    </dgm:pt>
    <dgm:pt modelId="{87415A07-2780-4D90-8D39-FD9861AB5D11}" type="pres">
      <dgm:prSet presAssocID="{CE9AC6E2-E752-4BBE-A3EC-BD6BB18D6D9C}" presName="sibTrans" presStyleCnt="0"/>
      <dgm:spPr/>
    </dgm:pt>
    <dgm:pt modelId="{FE62594B-392C-4FD8-995D-B61B0EFD6611}" type="pres">
      <dgm:prSet presAssocID="{EC320D48-51B7-46D9-9D37-12F8BFB83431}" presName="node" presStyleLbl="node1" presStyleIdx="3" presStyleCnt="6">
        <dgm:presLayoutVars>
          <dgm:bulletEnabled val="1"/>
        </dgm:presLayoutVars>
      </dgm:prSet>
      <dgm:spPr/>
    </dgm:pt>
    <dgm:pt modelId="{BAA0FB73-F75D-45EB-9D87-8B8926946EAA}" type="pres">
      <dgm:prSet presAssocID="{F569B5B9-8760-4AE5-BE49-A5AA2E742C9D}" presName="sibTrans" presStyleCnt="0"/>
      <dgm:spPr/>
    </dgm:pt>
    <dgm:pt modelId="{5E59C7EB-84EA-4E66-8CAD-D6E6C46A1A23}" type="pres">
      <dgm:prSet presAssocID="{EC843C26-938A-471F-BCE2-4583D0679E5E}" presName="node" presStyleLbl="node1" presStyleIdx="4" presStyleCnt="6">
        <dgm:presLayoutVars>
          <dgm:bulletEnabled val="1"/>
        </dgm:presLayoutVars>
      </dgm:prSet>
      <dgm:spPr/>
    </dgm:pt>
    <dgm:pt modelId="{4A4E07F8-D7F2-4A5E-8C32-532C0B2E5DE4}" type="pres">
      <dgm:prSet presAssocID="{82E6CC9F-29AA-49A3-8B95-87195201297E}" presName="sibTrans" presStyleCnt="0"/>
      <dgm:spPr/>
    </dgm:pt>
    <dgm:pt modelId="{054596D3-1A45-4BE8-92C6-24CD5894AC6E}" type="pres">
      <dgm:prSet presAssocID="{02D84F15-088C-4F19-9FDE-448122682066}" presName="node" presStyleLbl="node1" presStyleIdx="5" presStyleCnt="6">
        <dgm:presLayoutVars>
          <dgm:bulletEnabled val="1"/>
        </dgm:presLayoutVars>
      </dgm:prSet>
      <dgm:spPr/>
    </dgm:pt>
  </dgm:ptLst>
  <dgm:cxnLst>
    <dgm:cxn modelId="{5D6D7810-CE54-4225-9751-4073C4F8D5DE}" srcId="{2E458EF9-1100-4E2E-A503-ABBC78E8E4A8}" destId="{02D84F15-088C-4F19-9FDE-448122682066}" srcOrd="5" destOrd="0" parTransId="{F4738529-DEEA-46E0-BBED-060F7983AA0D}" sibTransId="{9A399490-E8D6-4E54-B45B-AEEAE2E65212}"/>
    <dgm:cxn modelId="{BB607766-1873-42EC-B82A-F123702F0238}" srcId="{2E458EF9-1100-4E2E-A503-ABBC78E8E4A8}" destId="{EC320D48-51B7-46D9-9D37-12F8BFB83431}" srcOrd="3" destOrd="0" parTransId="{87605048-5402-401A-8840-D3384097F625}" sibTransId="{F569B5B9-8760-4AE5-BE49-A5AA2E742C9D}"/>
    <dgm:cxn modelId="{D6BB724C-0D90-44B7-88E7-9BD0305C7822}" type="presOf" srcId="{02D84F15-088C-4F19-9FDE-448122682066}" destId="{054596D3-1A45-4BE8-92C6-24CD5894AC6E}" srcOrd="0" destOrd="0" presId="urn:microsoft.com/office/officeart/2005/8/layout/default"/>
    <dgm:cxn modelId="{E84D8676-1692-4585-AA71-5457E7E52BE0}" srcId="{2E458EF9-1100-4E2E-A503-ABBC78E8E4A8}" destId="{E7835404-C955-42B1-942B-22B183D98DBC}" srcOrd="1" destOrd="0" parTransId="{05062BD2-DB41-4547-B6A0-C4273D04F510}" sibTransId="{770FEB88-6AE1-4C33-AD05-2C18410B1A02}"/>
    <dgm:cxn modelId="{E7D38B78-EBCA-4347-9FF3-2E9DDD7A43B3}" type="presOf" srcId="{2E458EF9-1100-4E2E-A503-ABBC78E8E4A8}" destId="{3F91B301-276B-43C9-B7AF-DDE1FB3536FC}" srcOrd="0" destOrd="0" presId="urn:microsoft.com/office/officeart/2005/8/layout/default"/>
    <dgm:cxn modelId="{FEC5D787-8144-4F85-8F2E-7C3E419DEC93}" type="presOf" srcId="{A97F46B2-A274-46A2-BAC0-845C7F870F53}" destId="{5EFDE2E8-C2BB-4AC5-AE31-CF1CAEEF044D}" srcOrd="0" destOrd="0" presId="urn:microsoft.com/office/officeart/2005/8/layout/default"/>
    <dgm:cxn modelId="{26EC1293-2FAB-41B5-BE2C-BC9F61EB4B83}" srcId="{2E458EF9-1100-4E2E-A503-ABBC78E8E4A8}" destId="{EC843C26-938A-471F-BCE2-4583D0679E5E}" srcOrd="4" destOrd="0" parTransId="{ADE6F084-5796-4B13-9670-3AD2F3CC6F4F}" sibTransId="{82E6CC9F-29AA-49A3-8B95-87195201297E}"/>
    <dgm:cxn modelId="{303FCFA6-441B-40F5-90EE-F65C6AEDBC92}" type="presOf" srcId="{EC843C26-938A-471F-BCE2-4583D0679E5E}" destId="{5E59C7EB-84EA-4E66-8CAD-D6E6C46A1A23}" srcOrd="0" destOrd="0" presId="urn:microsoft.com/office/officeart/2005/8/layout/default"/>
    <dgm:cxn modelId="{90C3B3D0-1A23-4486-BC5E-6EA70F779842}" type="presOf" srcId="{EC320D48-51B7-46D9-9D37-12F8BFB83431}" destId="{FE62594B-392C-4FD8-995D-B61B0EFD6611}" srcOrd="0" destOrd="0" presId="urn:microsoft.com/office/officeart/2005/8/layout/default"/>
    <dgm:cxn modelId="{5F11DDD6-3A0E-4892-A11D-5EB71F994F8B}" srcId="{2E458EF9-1100-4E2E-A503-ABBC78E8E4A8}" destId="{A97F46B2-A274-46A2-BAC0-845C7F870F53}" srcOrd="0" destOrd="0" parTransId="{782D9D1E-3C22-4483-807C-3050B4F64C12}" sibTransId="{97439472-F87E-471E-ACFC-F53355F072DE}"/>
    <dgm:cxn modelId="{66B397D8-1CF1-4798-A57B-0AFD474FFBFE}" srcId="{2E458EF9-1100-4E2E-A503-ABBC78E8E4A8}" destId="{F610F896-6892-49C9-85FE-7909955F8384}" srcOrd="2" destOrd="0" parTransId="{B0BB9ECA-083F-404B-B4F2-C6DE2F276BB6}" sibTransId="{CE9AC6E2-E752-4BBE-A3EC-BD6BB18D6D9C}"/>
    <dgm:cxn modelId="{F346C5DD-60BA-4967-8A39-4E1196B4B1AF}" type="presOf" srcId="{F610F896-6892-49C9-85FE-7909955F8384}" destId="{8959BD34-2076-42ED-A777-760545B3F31C}" srcOrd="0" destOrd="0" presId="urn:microsoft.com/office/officeart/2005/8/layout/default"/>
    <dgm:cxn modelId="{C63762E5-1268-4A45-9EDA-896095139415}" type="presOf" srcId="{E7835404-C955-42B1-942B-22B183D98DBC}" destId="{E7374D19-758D-403E-89C5-50B4F529D1DD}" srcOrd="0" destOrd="0" presId="urn:microsoft.com/office/officeart/2005/8/layout/default"/>
    <dgm:cxn modelId="{85CD3C41-CDEA-4824-A97C-7D83C497C330}" type="presParOf" srcId="{3F91B301-276B-43C9-B7AF-DDE1FB3536FC}" destId="{5EFDE2E8-C2BB-4AC5-AE31-CF1CAEEF044D}" srcOrd="0" destOrd="0" presId="urn:microsoft.com/office/officeart/2005/8/layout/default"/>
    <dgm:cxn modelId="{F2DDAFBA-841F-4767-A3CF-57F2FADA787B}" type="presParOf" srcId="{3F91B301-276B-43C9-B7AF-DDE1FB3536FC}" destId="{05A90961-5585-4C35-8C16-0F4BE13F462E}" srcOrd="1" destOrd="0" presId="urn:microsoft.com/office/officeart/2005/8/layout/default"/>
    <dgm:cxn modelId="{FC077521-5F80-4079-B154-221AB7E118B0}" type="presParOf" srcId="{3F91B301-276B-43C9-B7AF-DDE1FB3536FC}" destId="{E7374D19-758D-403E-89C5-50B4F529D1DD}" srcOrd="2" destOrd="0" presId="urn:microsoft.com/office/officeart/2005/8/layout/default"/>
    <dgm:cxn modelId="{D51CAFDF-B895-4434-B785-0989B27CAB36}" type="presParOf" srcId="{3F91B301-276B-43C9-B7AF-DDE1FB3536FC}" destId="{DAC93108-0A59-4DF0-814B-66D7061E32F3}" srcOrd="3" destOrd="0" presId="urn:microsoft.com/office/officeart/2005/8/layout/default"/>
    <dgm:cxn modelId="{5426C269-BB3F-4467-8C03-A59E7BE199C7}" type="presParOf" srcId="{3F91B301-276B-43C9-B7AF-DDE1FB3536FC}" destId="{8959BD34-2076-42ED-A777-760545B3F31C}" srcOrd="4" destOrd="0" presId="urn:microsoft.com/office/officeart/2005/8/layout/default"/>
    <dgm:cxn modelId="{FD6BDEE7-DF4A-4191-B30F-DAA1EAC258B8}" type="presParOf" srcId="{3F91B301-276B-43C9-B7AF-DDE1FB3536FC}" destId="{87415A07-2780-4D90-8D39-FD9861AB5D11}" srcOrd="5" destOrd="0" presId="urn:microsoft.com/office/officeart/2005/8/layout/default"/>
    <dgm:cxn modelId="{0B101D18-6424-45D4-AB99-950D8329B244}" type="presParOf" srcId="{3F91B301-276B-43C9-B7AF-DDE1FB3536FC}" destId="{FE62594B-392C-4FD8-995D-B61B0EFD6611}" srcOrd="6" destOrd="0" presId="urn:microsoft.com/office/officeart/2005/8/layout/default"/>
    <dgm:cxn modelId="{DC875FFD-9EC7-4FD1-ABCE-62707A9B8CC2}" type="presParOf" srcId="{3F91B301-276B-43C9-B7AF-DDE1FB3536FC}" destId="{BAA0FB73-F75D-45EB-9D87-8B8926946EAA}" srcOrd="7" destOrd="0" presId="urn:microsoft.com/office/officeart/2005/8/layout/default"/>
    <dgm:cxn modelId="{F8D460B2-6393-4EDF-83CD-C9EACC994920}" type="presParOf" srcId="{3F91B301-276B-43C9-B7AF-DDE1FB3536FC}" destId="{5E59C7EB-84EA-4E66-8CAD-D6E6C46A1A23}" srcOrd="8" destOrd="0" presId="urn:microsoft.com/office/officeart/2005/8/layout/default"/>
    <dgm:cxn modelId="{22B00B1D-9010-4DF1-A710-C045A7BE283B}" type="presParOf" srcId="{3F91B301-276B-43C9-B7AF-DDE1FB3536FC}" destId="{4A4E07F8-D7F2-4A5E-8C32-532C0B2E5DE4}" srcOrd="9" destOrd="0" presId="urn:microsoft.com/office/officeart/2005/8/layout/default"/>
    <dgm:cxn modelId="{BF445FE8-29C9-4CC0-8A2C-986D79B67D4B}" type="presParOf" srcId="{3F91B301-276B-43C9-B7AF-DDE1FB3536FC}" destId="{054596D3-1A45-4BE8-92C6-24CD5894AC6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91E5DF-8C76-45CE-90B3-2192DD6A23D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F660E85-236E-48EF-993F-4466A1E4D78D}">
      <dgm:prSet phldrT="[Text]"/>
      <dgm:spPr/>
      <dgm:t>
        <a:bodyPr/>
        <a:lstStyle/>
        <a:p>
          <a:r>
            <a:rPr lang="en-US" dirty="0"/>
            <a:t>Headings</a:t>
          </a:r>
        </a:p>
      </dgm:t>
    </dgm:pt>
    <dgm:pt modelId="{4EF4FB11-0076-4412-97AE-564F8F40DA8D}" type="parTrans" cxnId="{4BB2F7CA-F6C0-4ACE-928C-526B892EEC36}">
      <dgm:prSet/>
      <dgm:spPr/>
      <dgm:t>
        <a:bodyPr/>
        <a:lstStyle/>
        <a:p>
          <a:endParaRPr lang="en-US"/>
        </a:p>
      </dgm:t>
    </dgm:pt>
    <dgm:pt modelId="{3B539637-FC1D-437B-B009-AD04FE92D70D}" type="sibTrans" cxnId="{4BB2F7CA-F6C0-4ACE-928C-526B892EEC36}">
      <dgm:prSet/>
      <dgm:spPr/>
      <dgm:t>
        <a:bodyPr/>
        <a:lstStyle/>
        <a:p>
          <a:endParaRPr lang="en-US"/>
        </a:p>
      </dgm:t>
    </dgm:pt>
    <dgm:pt modelId="{DCBADD65-D4A2-4725-AD9D-83FD18A488B9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185FFD0F-E316-4D51-99EF-F176929F880D}" type="parTrans" cxnId="{3940F2D3-AAB4-4F58-8CA3-3A6E08F48041}">
      <dgm:prSet/>
      <dgm:spPr/>
      <dgm:t>
        <a:bodyPr/>
        <a:lstStyle/>
        <a:p>
          <a:endParaRPr lang="en-US"/>
        </a:p>
      </dgm:t>
    </dgm:pt>
    <dgm:pt modelId="{09680E9F-4F29-4AAC-A8FE-78AB431A693A}" type="sibTrans" cxnId="{3940F2D3-AAB4-4F58-8CA3-3A6E08F48041}">
      <dgm:prSet/>
      <dgm:spPr/>
      <dgm:t>
        <a:bodyPr/>
        <a:lstStyle/>
        <a:p>
          <a:endParaRPr lang="en-US"/>
        </a:p>
      </dgm:t>
    </dgm:pt>
    <dgm:pt modelId="{3B4CA9F6-5044-411E-86D8-E8390B489856}">
      <dgm:prSet phldrT="[Text]"/>
      <dgm:spPr/>
      <dgm:t>
        <a:bodyPr/>
        <a:lstStyle/>
        <a:p>
          <a:r>
            <a:rPr lang="en-US" dirty="0"/>
            <a:t>Lists</a:t>
          </a:r>
        </a:p>
      </dgm:t>
    </dgm:pt>
    <dgm:pt modelId="{2185C4F4-BC25-481C-937E-B610D211C421}" type="parTrans" cxnId="{AEB278B9-5C15-44DA-A346-617817CC338A}">
      <dgm:prSet/>
      <dgm:spPr/>
      <dgm:t>
        <a:bodyPr/>
        <a:lstStyle/>
        <a:p>
          <a:endParaRPr lang="en-US"/>
        </a:p>
      </dgm:t>
    </dgm:pt>
    <dgm:pt modelId="{1954615D-DE5B-431E-8315-1EA460944C34}" type="sibTrans" cxnId="{AEB278B9-5C15-44DA-A346-617817CC338A}">
      <dgm:prSet/>
      <dgm:spPr/>
      <dgm:t>
        <a:bodyPr/>
        <a:lstStyle/>
        <a:p>
          <a:endParaRPr lang="en-US"/>
        </a:p>
      </dgm:t>
    </dgm:pt>
    <dgm:pt modelId="{F04376BD-CEDA-4963-9591-28B022A42185}">
      <dgm:prSet phldrT="[Text]"/>
      <dgm:spPr/>
      <dgm:t>
        <a:bodyPr/>
        <a:lstStyle/>
        <a:p>
          <a:r>
            <a:rPr lang="en-US" dirty="0"/>
            <a:t>Links</a:t>
          </a:r>
        </a:p>
      </dgm:t>
    </dgm:pt>
    <dgm:pt modelId="{B8E79A0A-DE52-4AAB-B7D3-A7500029F65D}" type="parTrans" cxnId="{A5915313-F4BF-418F-A75E-ADA74CD6CA1C}">
      <dgm:prSet/>
      <dgm:spPr/>
      <dgm:t>
        <a:bodyPr/>
        <a:lstStyle/>
        <a:p>
          <a:endParaRPr lang="en-US"/>
        </a:p>
      </dgm:t>
    </dgm:pt>
    <dgm:pt modelId="{05EEF4AA-714A-4E9B-B77D-1AE690353676}" type="sibTrans" cxnId="{A5915313-F4BF-418F-A75E-ADA74CD6CA1C}">
      <dgm:prSet/>
      <dgm:spPr/>
      <dgm:t>
        <a:bodyPr/>
        <a:lstStyle/>
        <a:p>
          <a:endParaRPr lang="en-US"/>
        </a:p>
      </dgm:t>
    </dgm:pt>
    <dgm:pt modelId="{7237BD7B-91EE-4FB7-AC81-9526D5B153C5}">
      <dgm:prSet phldrT="[Text]"/>
      <dgm:spPr/>
      <dgm:t>
        <a:bodyPr/>
        <a:lstStyle/>
        <a:p>
          <a:r>
            <a:rPr lang="en-US" dirty="0"/>
            <a:t>Images</a:t>
          </a:r>
        </a:p>
      </dgm:t>
    </dgm:pt>
    <dgm:pt modelId="{E18B8F2B-FFFE-492D-80D7-56EA441B8F52}" type="parTrans" cxnId="{7E2366F5-FD76-4A1C-B904-A1A72B95FBED}">
      <dgm:prSet/>
      <dgm:spPr/>
      <dgm:t>
        <a:bodyPr/>
        <a:lstStyle/>
        <a:p>
          <a:endParaRPr lang="en-US"/>
        </a:p>
      </dgm:t>
    </dgm:pt>
    <dgm:pt modelId="{C6C01B6C-0BDE-4AA6-9330-03C1E3D8BE08}" type="sibTrans" cxnId="{7E2366F5-FD76-4A1C-B904-A1A72B95FBED}">
      <dgm:prSet/>
      <dgm:spPr/>
      <dgm:t>
        <a:bodyPr/>
        <a:lstStyle/>
        <a:p>
          <a:endParaRPr lang="en-US"/>
        </a:p>
      </dgm:t>
    </dgm:pt>
    <dgm:pt modelId="{63AD9A16-ED88-4C7F-B73F-B432D70CC22D}">
      <dgm:prSet phldrT="[Text]"/>
      <dgm:spPr/>
      <dgm:t>
        <a:bodyPr/>
        <a:lstStyle/>
        <a:p>
          <a:r>
            <a:rPr lang="en-US" dirty="0"/>
            <a:t>Tables</a:t>
          </a:r>
        </a:p>
      </dgm:t>
    </dgm:pt>
    <dgm:pt modelId="{34A53161-6455-4046-A3FF-8B5C238BD165}" type="parTrans" cxnId="{AE716C6E-8A95-4D83-B2B3-AFDAD0E9EE00}">
      <dgm:prSet/>
      <dgm:spPr/>
      <dgm:t>
        <a:bodyPr/>
        <a:lstStyle/>
        <a:p>
          <a:endParaRPr lang="en-US"/>
        </a:p>
      </dgm:t>
    </dgm:pt>
    <dgm:pt modelId="{7CFF2BBD-618B-42B7-B44D-C85F5E45C0B0}" type="sibTrans" cxnId="{AE716C6E-8A95-4D83-B2B3-AFDAD0E9EE00}">
      <dgm:prSet/>
      <dgm:spPr/>
      <dgm:t>
        <a:bodyPr/>
        <a:lstStyle/>
        <a:p>
          <a:endParaRPr lang="en-US"/>
        </a:p>
      </dgm:t>
    </dgm:pt>
    <dgm:pt modelId="{87AFC00C-625A-42CC-989D-6C2A332E906F}">
      <dgm:prSet phldrT="[Text]"/>
      <dgm:spPr/>
      <dgm:t>
        <a:bodyPr/>
        <a:lstStyle/>
        <a:p>
          <a:r>
            <a:rPr lang="en-US" dirty="0"/>
            <a:t>Forms</a:t>
          </a:r>
        </a:p>
      </dgm:t>
    </dgm:pt>
    <dgm:pt modelId="{FA9EF557-2A80-4B9A-8551-86381959BD92}" type="parTrans" cxnId="{64C30442-2553-488F-8155-FF8968EE2871}">
      <dgm:prSet/>
      <dgm:spPr/>
      <dgm:t>
        <a:bodyPr/>
        <a:lstStyle/>
        <a:p>
          <a:endParaRPr lang="en-US"/>
        </a:p>
      </dgm:t>
    </dgm:pt>
    <dgm:pt modelId="{884346CC-5250-4311-B3CF-A34B814F50FC}" type="sibTrans" cxnId="{64C30442-2553-488F-8155-FF8968EE2871}">
      <dgm:prSet/>
      <dgm:spPr/>
      <dgm:t>
        <a:bodyPr/>
        <a:lstStyle/>
        <a:p>
          <a:endParaRPr lang="en-US"/>
        </a:p>
      </dgm:t>
    </dgm:pt>
    <dgm:pt modelId="{CB912D55-7C0D-488F-A664-D051B6CD9687}" type="pres">
      <dgm:prSet presAssocID="{BC91E5DF-8C76-45CE-90B3-2192DD6A23D5}" presName="diagram" presStyleCnt="0">
        <dgm:presLayoutVars>
          <dgm:dir/>
          <dgm:resizeHandles val="exact"/>
        </dgm:presLayoutVars>
      </dgm:prSet>
      <dgm:spPr/>
    </dgm:pt>
    <dgm:pt modelId="{8450B5CD-9581-4062-A164-3AE270C93372}" type="pres">
      <dgm:prSet presAssocID="{8F660E85-236E-48EF-993F-4466A1E4D78D}" presName="node" presStyleLbl="node1" presStyleIdx="0" presStyleCnt="7">
        <dgm:presLayoutVars>
          <dgm:bulletEnabled val="1"/>
        </dgm:presLayoutVars>
      </dgm:prSet>
      <dgm:spPr/>
    </dgm:pt>
    <dgm:pt modelId="{89A8F9D7-85FD-43A3-BD9B-725A049B7C96}" type="pres">
      <dgm:prSet presAssocID="{3B539637-FC1D-437B-B009-AD04FE92D70D}" presName="sibTrans" presStyleCnt="0"/>
      <dgm:spPr/>
    </dgm:pt>
    <dgm:pt modelId="{7584719C-FDD8-42AF-A15E-6471B82097C3}" type="pres">
      <dgm:prSet presAssocID="{DCBADD65-D4A2-4725-AD9D-83FD18A488B9}" presName="node" presStyleLbl="node1" presStyleIdx="1" presStyleCnt="7">
        <dgm:presLayoutVars>
          <dgm:bulletEnabled val="1"/>
        </dgm:presLayoutVars>
      </dgm:prSet>
      <dgm:spPr/>
    </dgm:pt>
    <dgm:pt modelId="{5A77BE15-7D4A-436C-ABAA-775A0729EC5C}" type="pres">
      <dgm:prSet presAssocID="{09680E9F-4F29-4AAC-A8FE-78AB431A693A}" presName="sibTrans" presStyleCnt="0"/>
      <dgm:spPr/>
    </dgm:pt>
    <dgm:pt modelId="{908B3C4D-587D-4853-BB68-E9D3A95CB672}" type="pres">
      <dgm:prSet presAssocID="{3B4CA9F6-5044-411E-86D8-E8390B489856}" presName="node" presStyleLbl="node1" presStyleIdx="2" presStyleCnt="7">
        <dgm:presLayoutVars>
          <dgm:bulletEnabled val="1"/>
        </dgm:presLayoutVars>
      </dgm:prSet>
      <dgm:spPr/>
    </dgm:pt>
    <dgm:pt modelId="{BE936AFC-E3C8-4AF1-8175-106DB5E9EDF1}" type="pres">
      <dgm:prSet presAssocID="{1954615D-DE5B-431E-8315-1EA460944C34}" presName="sibTrans" presStyleCnt="0"/>
      <dgm:spPr/>
    </dgm:pt>
    <dgm:pt modelId="{10A31278-F0E9-488B-A0AA-8E39A3CF8C4C}" type="pres">
      <dgm:prSet presAssocID="{F04376BD-CEDA-4963-9591-28B022A42185}" presName="node" presStyleLbl="node1" presStyleIdx="3" presStyleCnt="7" custLinFactNeighborX="45128" custLinFactNeighborY="815">
        <dgm:presLayoutVars>
          <dgm:bulletEnabled val="1"/>
        </dgm:presLayoutVars>
      </dgm:prSet>
      <dgm:spPr/>
    </dgm:pt>
    <dgm:pt modelId="{DEB0C12D-B405-42D4-B6F1-EFB74979509E}" type="pres">
      <dgm:prSet presAssocID="{05EEF4AA-714A-4E9B-B77D-1AE690353676}" presName="sibTrans" presStyleCnt="0"/>
      <dgm:spPr/>
    </dgm:pt>
    <dgm:pt modelId="{D1A62E8F-51C3-4F4D-A91A-A718892D59C8}" type="pres">
      <dgm:prSet presAssocID="{7237BD7B-91EE-4FB7-AC81-9526D5B153C5}" presName="node" presStyleLbl="node1" presStyleIdx="4" presStyleCnt="7" custLinFactNeighborX="66303" custLinFactNeighborY="815">
        <dgm:presLayoutVars>
          <dgm:bulletEnabled val="1"/>
        </dgm:presLayoutVars>
      </dgm:prSet>
      <dgm:spPr/>
    </dgm:pt>
    <dgm:pt modelId="{84F206EE-15D5-4B98-B819-908262437EB9}" type="pres">
      <dgm:prSet presAssocID="{C6C01B6C-0BDE-4AA6-9330-03C1E3D8BE08}" presName="sibTrans" presStyleCnt="0"/>
      <dgm:spPr/>
    </dgm:pt>
    <dgm:pt modelId="{14F51D58-6348-4325-9AB9-5EA22F68425D}" type="pres">
      <dgm:prSet presAssocID="{63AD9A16-ED88-4C7F-B73F-B432D70CC22D}" presName="node" presStyleLbl="node1" presStyleIdx="5" presStyleCnt="7" custLinFactX="-74138" custLinFactY="14291" custLinFactNeighborX="-100000" custLinFactNeighborY="100000">
        <dgm:presLayoutVars>
          <dgm:bulletEnabled val="1"/>
        </dgm:presLayoutVars>
      </dgm:prSet>
      <dgm:spPr/>
    </dgm:pt>
    <dgm:pt modelId="{6BAC9400-6937-422A-80E3-6623FA8279AF}" type="pres">
      <dgm:prSet presAssocID="{7CFF2BBD-618B-42B7-B44D-C85F5E45C0B0}" presName="sibTrans" presStyleCnt="0"/>
      <dgm:spPr/>
    </dgm:pt>
    <dgm:pt modelId="{D2ED8A8E-42F1-4560-B572-C09D1F5C3299}" type="pres">
      <dgm:prSet presAssocID="{87AFC00C-625A-42CC-989D-6C2A332E906F}" presName="node" presStyleLbl="node1" presStyleIdx="6" presStyleCnt="7" custLinFactNeighborX="65541" custLinFactNeighborY="-2376">
        <dgm:presLayoutVars>
          <dgm:bulletEnabled val="1"/>
        </dgm:presLayoutVars>
      </dgm:prSet>
      <dgm:spPr/>
    </dgm:pt>
  </dgm:ptLst>
  <dgm:cxnLst>
    <dgm:cxn modelId="{A5915313-F4BF-418F-A75E-ADA74CD6CA1C}" srcId="{BC91E5DF-8C76-45CE-90B3-2192DD6A23D5}" destId="{F04376BD-CEDA-4963-9591-28B022A42185}" srcOrd="3" destOrd="0" parTransId="{B8E79A0A-DE52-4AAB-B7D3-A7500029F65D}" sibTransId="{05EEF4AA-714A-4E9B-B77D-1AE690353676}"/>
    <dgm:cxn modelId="{5C65683B-0D6A-4B2B-B003-066A4107D330}" type="presOf" srcId="{F04376BD-CEDA-4963-9591-28B022A42185}" destId="{10A31278-F0E9-488B-A0AA-8E39A3CF8C4C}" srcOrd="0" destOrd="0" presId="urn:microsoft.com/office/officeart/2005/8/layout/default"/>
    <dgm:cxn modelId="{64C30442-2553-488F-8155-FF8968EE2871}" srcId="{BC91E5DF-8C76-45CE-90B3-2192DD6A23D5}" destId="{87AFC00C-625A-42CC-989D-6C2A332E906F}" srcOrd="6" destOrd="0" parTransId="{FA9EF557-2A80-4B9A-8551-86381959BD92}" sibTransId="{884346CC-5250-4311-B3CF-A34B814F50FC}"/>
    <dgm:cxn modelId="{B3986143-BCB0-4AC1-8085-3399303597C1}" type="presOf" srcId="{BC91E5DF-8C76-45CE-90B3-2192DD6A23D5}" destId="{CB912D55-7C0D-488F-A664-D051B6CD9687}" srcOrd="0" destOrd="0" presId="urn:microsoft.com/office/officeart/2005/8/layout/default"/>
    <dgm:cxn modelId="{AE716C6E-8A95-4D83-B2B3-AFDAD0E9EE00}" srcId="{BC91E5DF-8C76-45CE-90B3-2192DD6A23D5}" destId="{63AD9A16-ED88-4C7F-B73F-B432D70CC22D}" srcOrd="5" destOrd="0" parTransId="{34A53161-6455-4046-A3FF-8B5C238BD165}" sibTransId="{7CFF2BBD-618B-42B7-B44D-C85F5E45C0B0}"/>
    <dgm:cxn modelId="{DEB20080-CCE8-4D29-B41C-3E895D73F9C5}" type="presOf" srcId="{8F660E85-236E-48EF-993F-4466A1E4D78D}" destId="{8450B5CD-9581-4062-A164-3AE270C93372}" srcOrd="0" destOrd="0" presId="urn:microsoft.com/office/officeart/2005/8/layout/default"/>
    <dgm:cxn modelId="{4C425E95-B89E-47F9-B24D-30B57478A516}" type="presOf" srcId="{DCBADD65-D4A2-4725-AD9D-83FD18A488B9}" destId="{7584719C-FDD8-42AF-A15E-6471B82097C3}" srcOrd="0" destOrd="0" presId="urn:microsoft.com/office/officeart/2005/8/layout/default"/>
    <dgm:cxn modelId="{AEB278B9-5C15-44DA-A346-617817CC338A}" srcId="{BC91E5DF-8C76-45CE-90B3-2192DD6A23D5}" destId="{3B4CA9F6-5044-411E-86D8-E8390B489856}" srcOrd="2" destOrd="0" parTransId="{2185C4F4-BC25-481C-937E-B610D211C421}" sibTransId="{1954615D-DE5B-431E-8315-1EA460944C34}"/>
    <dgm:cxn modelId="{DE2F73C8-DF30-4234-BBDC-D945527CBBF2}" type="presOf" srcId="{87AFC00C-625A-42CC-989D-6C2A332E906F}" destId="{D2ED8A8E-42F1-4560-B572-C09D1F5C3299}" srcOrd="0" destOrd="0" presId="urn:microsoft.com/office/officeart/2005/8/layout/default"/>
    <dgm:cxn modelId="{4BB2F7CA-F6C0-4ACE-928C-526B892EEC36}" srcId="{BC91E5DF-8C76-45CE-90B3-2192DD6A23D5}" destId="{8F660E85-236E-48EF-993F-4466A1E4D78D}" srcOrd="0" destOrd="0" parTransId="{4EF4FB11-0076-4412-97AE-564F8F40DA8D}" sibTransId="{3B539637-FC1D-437B-B009-AD04FE92D70D}"/>
    <dgm:cxn modelId="{3940F2D3-AAB4-4F58-8CA3-3A6E08F48041}" srcId="{BC91E5DF-8C76-45CE-90B3-2192DD6A23D5}" destId="{DCBADD65-D4A2-4725-AD9D-83FD18A488B9}" srcOrd="1" destOrd="0" parTransId="{185FFD0F-E316-4D51-99EF-F176929F880D}" sibTransId="{09680E9F-4F29-4AAC-A8FE-78AB431A693A}"/>
    <dgm:cxn modelId="{F2D550E2-71C2-48A9-9C24-0D4A203F3760}" type="presOf" srcId="{7237BD7B-91EE-4FB7-AC81-9526D5B153C5}" destId="{D1A62E8F-51C3-4F4D-A91A-A718892D59C8}" srcOrd="0" destOrd="0" presId="urn:microsoft.com/office/officeart/2005/8/layout/default"/>
    <dgm:cxn modelId="{BE19DFE2-5072-4B54-AB81-902DCE943EF7}" type="presOf" srcId="{3B4CA9F6-5044-411E-86D8-E8390B489856}" destId="{908B3C4D-587D-4853-BB68-E9D3A95CB672}" srcOrd="0" destOrd="0" presId="urn:microsoft.com/office/officeart/2005/8/layout/default"/>
    <dgm:cxn modelId="{F0BB2DE3-F09E-4B79-BCC5-5EE10A066F21}" type="presOf" srcId="{63AD9A16-ED88-4C7F-B73F-B432D70CC22D}" destId="{14F51D58-6348-4325-9AB9-5EA22F68425D}" srcOrd="0" destOrd="0" presId="urn:microsoft.com/office/officeart/2005/8/layout/default"/>
    <dgm:cxn modelId="{7E2366F5-FD76-4A1C-B904-A1A72B95FBED}" srcId="{BC91E5DF-8C76-45CE-90B3-2192DD6A23D5}" destId="{7237BD7B-91EE-4FB7-AC81-9526D5B153C5}" srcOrd="4" destOrd="0" parTransId="{E18B8F2B-FFFE-492D-80D7-56EA441B8F52}" sibTransId="{C6C01B6C-0BDE-4AA6-9330-03C1E3D8BE08}"/>
    <dgm:cxn modelId="{B90B5651-A49C-4AD4-8D52-FE0E91E04C5F}" type="presParOf" srcId="{CB912D55-7C0D-488F-A664-D051B6CD9687}" destId="{8450B5CD-9581-4062-A164-3AE270C93372}" srcOrd="0" destOrd="0" presId="urn:microsoft.com/office/officeart/2005/8/layout/default"/>
    <dgm:cxn modelId="{DDDF6591-B851-4DB6-8986-DC8B5AB4C8D3}" type="presParOf" srcId="{CB912D55-7C0D-488F-A664-D051B6CD9687}" destId="{89A8F9D7-85FD-43A3-BD9B-725A049B7C96}" srcOrd="1" destOrd="0" presId="urn:microsoft.com/office/officeart/2005/8/layout/default"/>
    <dgm:cxn modelId="{310953F6-2804-47DB-AD42-8BC86529F023}" type="presParOf" srcId="{CB912D55-7C0D-488F-A664-D051B6CD9687}" destId="{7584719C-FDD8-42AF-A15E-6471B82097C3}" srcOrd="2" destOrd="0" presId="urn:microsoft.com/office/officeart/2005/8/layout/default"/>
    <dgm:cxn modelId="{F0ABFB9E-E8D1-4DDF-A1A9-FCAECD6B82B3}" type="presParOf" srcId="{CB912D55-7C0D-488F-A664-D051B6CD9687}" destId="{5A77BE15-7D4A-436C-ABAA-775A0729EC5C}" srcOrd="3" destOrd="0" presId="urn:microsoft.com/office/officeart/2005/8/layout/default"/>
    <dgm:cxn modelId="{FE2877CB-2DFC-40D2-8BE3-1E877147D0B4}" type="presParOf" srcId="{CB912D55-7C0D-488F-A664-D051B6CD9687}" destId="{908B3C4D-587D-4853-BB68-E9D3A95CB672}" srcOrd="4" destOrd="0" presId="urn:microsoft.com/office/officeart/2005/8/layout/default"/>
    <dgm:cxn modelId="{6EE1DA9F-B4BD-4C42-8C83-713E4EF3857A}" type="presParOf" srcId="{CB912D55-7C0D-488F-A664-D051B6CD9687}" destId="{BE936AFC-E3C8-4AF1-8175-106DB5E9EDF1}" srcOrd="5" destOrd="0" presId="urn:microsoft.com/office/officeart/2005/8/layout/default"/>
    <dgm:cxn modelId="{778AB9CA-F07E-446A-9687-7478402C59EB}" type="presParOf" srcId="{CB912D55-7C0D-488F-A664-D051B6CD9687}" destId="{10A31278-F0E9-488B-A0AA-8E39A3CF8C4C}" srcOrd="6" destOrd="0" presId="urn:microsoft.com/office/officeart/2005/8/layout/default"/>
    <dgm:cxn modelId="{9A6A8D29-62E7-4040-8DF3-582F4304950D}" type="presParOf" srcId="{CB912D55-7C0D-488F-A664-D051B6CD9687}" destId="{DEB0C12D-B405-42D4-B6F1-EFB74979509E}" srcOrd="7" destOrd="0" presId="urn:microsoft.com/office/officeart/2005/8/layout/default"/>
    <dgm:cxn modelId="{F0947182-63C1-4EED-95C4-03E8B85A61C4}" type="presParOf" srcId="{CB912D55-7C0D-488F-A664-D051B6CD9687}" destId="{D1A62E8F-51C3-4F4D-A91A-A718892D59C8}" srcOrd="8" destOrd="0" presId="urn:microsoft.com/office/officeart/2005/8/layout/default"/>
    <dgm:cxn modelId="{259FE1CA-EB5F-458D-8E59-B0F6B95F730A}" type="presParOf" srcId="{CB912D55-7C0D-488F-A664-D051B6CD9687}" destId="{84F206EE-15D5-4B98-B819-908262437EB9}" srcOrd="9" destOrd="0" presId="urn:microsoft.com/office/officeart/2005/8/layout/default"/>
    <dgm:cxn modelId="{2DC8DE3A-7E6C-453B-B739-0BAC3A7C7EBE}" type="presParOf" srcId="{CB912D55-7C0D-488F-A664-D051B6CD9687}" destId="{14F51D58-6348-4325-9AB9-5EA22F68425D}" srcOrd="10" destOrd="0" presId="urn:microsoft.com/office/officeart/2005/8/layout/default"/>
    <dgm:cxn modelId="{39A0B157-A209-48F2-AC53-B137B709DAB7}" type="presParOf" srcId="{CB912D55-7C0D-488F-A664-D051B6CD9687}" destId="{6BAC9400-6937-422A-80E3-6623FA8279AF}" srcOrd="11" destOrd="0" presId="urn:microsoft.com/office/officeart/2005/8/layout/default"/>
    <dgm:cxn modelId="{F16E75FC-A779-41BA-B34F-A2E3FC93CF26}" type="presParOf" srcId="{CB912D55-7C0D-488F-A664-D051B6CD9687}" destId="{D2ED8A8E-42F1-4560-B572-C09D1F5C329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3B7524-904B-4612-AE31-0D57422E9762}" type="doc">
      <dgm:prSet loTypeId="urn:microsoft.com/office/officeart/2011/layout/Circle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A4A4E4E-FE7C-4C42-82B1-F2C6A101CB92}">
      <dgm:prSet phldrT="[Text]"/>
      <dgm:spPr/>
      <dgm:t>
        <a:bodyPr/>
        <a:lstStyle/>
        <a:p>
          <a:r>
            <a:rPr lang="en-US" dirty="0"/>
            <a:t>Formatting</a:t>
          </a:r>
        </a:p>
      </dgm:t>
    </dgm:pt>
    <dgm:pt modelId="{1646F822-0D80-459E-BD3F-4627AF6CF369}" type="parTrans" cxnId="{4BE5FA46-86E9-49EB-87F7-163139B66CAF}">
      <dgm:prSet/>
      <dgm:spPr/>
      <dgm:t>
        <a:bodyPr/>
        <a:lstStyle/>
        <a:p>
          <a:endParaRPr lang="en-US"/>
        </a:p>
      </dgm:t>
    </dgm:pt>
    <dgm:pt modelId="{310FC7F6-98C3-4838-91FD-924A8D494E11}" type="sibTrans" cxnId="{4BE5FA46-86E9-49EB-87F7-163139B66CAF}">
      <dgm:prSet/>
      <dgm:spPr/>
      <dgm:t>
        <a:bodyPr/>
        <a:lstStyle/>
        <a:p>
          <a:endParaRPr lang="en-US"/>
        </a:p>
      </dgm:t>
    </dgm:pt>
    <dgm:pt modelId="{111260A3-F91A-4E1B-8F6E-4940F8A386C5}">
      <dgm:prSet phldrT="[Text]"/>
      <dgm:spPr/>
      <dgm:t>
        <a:bodyPr/>
        <a:lstStyle/>
        <a:p>
          <a:r>
            <a:rPr lang="en-US" dirty="0"/>
            <a:t>Layout</a:t>
          </a:r>
        </a:p>
      </dgm:t>
    </dgm:pt>
    <dgm:pt modelId="{3E7FDF1F-BFF9-43CF-910E-0775510CE945}" type="parTrans" cxnId="{58056165-5D64-4B82-A8C6-57254031EF3F}">
      <dgm:prSet/>
      <dgm:spPr/>
      <dgm:t>
        <a:bodyPr/>
        <a:lstStyle/>
        <a:p>
          <a:endParaRPr lang="en-US"/>
        </a:p>
      </dgm:t>
    </dgm:pt>
    <dgm:pt modelId="{AC3D03EA-3C93-4ADB-9701-C9F316ADBC2B}" type="sibTrans" cxnId="{58056165-5D64-4B82-A8C6-57254031EF3F}">
      <dgm:prSet/>
      <dgm:spPr/>
      <dgm:t>
        <a:bodyPr/>
        <a:lstStyle/>
        <a:p>
          <a:endParaRPr lang="en-US"/>
        </a:p>
      </dgm:t>
    </dgm:pt>
    <dgm:pt modelId="{EFBB9356-27AD-44C7-BFE5-BEFCB3492A41}">
      <dgm:prSet phldrT="[Text]"/>
      <dgm:spPr/>
      <dgm:t>
        <a:bodyPr/>
        <a:lstStyle/>
        <a:p>
          <a:r>
            <a:rPr lang="en-US" dirty="0"/>
            <a:t>Sizing</a:t>
          </a:r>
        </a:p>
      </dgm:t>
    </dgm:pt>
    <dgm:pt modelId="{1471A06B-AB0C-4165-9EA9-6B10321CD739}" type="sibTrans" cxnId="{71DBCCE7-08AF-4FD9-B8F8-BCA266F11D46}">
      <dgm:prSet/>
      <dgm:spPr/>
      <dgm:t>
        <a:bodyPr/>
        <a:lstStyle/>
        <a:p>
          <a:endParaRPr lang="en-US"/>
        </a:p>
      </dgm:t>
    </dgm:pt>
    <dgm:pt modelId="{9B02A677-62ED-42FE-BD06-5E4472ABBC87}" type="parTrans" cxnId="{71DBCCE7-08AF-4FD9-B8F8-BCA266F11D46}">
      <dgm:prSet/>
      <dgm:spPr/>
      <dgm:t>
        <a:bodyPr/>
        <a:lstStyle/>
        <a:p>
          <a:endParaRPr lang="en-US"/>
        </a:p>
      </dgm:t>
    </dgm:pt>
    <dgm:pt modelId="{6FED4258-27DE-454C-B10D-3F584159379D}" type="pres">
      <dgm:prSet presAssocID="{4E3B7524-904B-4612-AE31-0D57422E976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5B2DC82-3095-4421-B23B-D717B58C8761}" type="pres">
      <dgm:prSet presAssocID="{111260A3-F91A-4E1B-8F6E-4940F8A386C5}" presName="Accent3" presStyleCnt="0"/>
      <dgm:spPr/>
    </dgm:pt>
    <dgm:pt modelId="{98FDFC9B-7267-4CC4-A780-B68FA8FF92A2}" type="pres">
      <dgm:prSet presAssocID="{111260A3-F91A-4E1B-8F6E-4940F8A386C5}" presName="Accent" presStyleLbl="node1" presStyleIdx="0" presStyleCnt="3"/>
      <dgm:spPr/>
    </dgm:pt>
    <dgm:pt modelId="{44AFA27B-C31C-4455-B1D1-22B376F56146}" type="pres">
      <dgm:prSet presAssocID="{111260A3-F91A-4E1B-8F6E-4940F8A386C5}" presName="ParentBackground3" presStyleCnt="0"/>
      <dgm:spPr/>
    </dgm:pt>
    <dgm:pt modelId="{D7248A21-452B-484F-93BA-30BE64D497EC}" type="pres">
      <dgm:prSet presAssocID="{111260A3-F91A-4E1B-8F6E-4940F8A386C5}" presName="ParentBackground" presStyleLbl="fgAcc1" presStyleIdx="0" presStyleCnt="3"/>
      <dgm:spPr/>
    </dgm:pt>
    <dgm:pt modelId="{50B7FD22-0997-47E1-A799-33CEA82BAF9B}" type="pres">
      <dgm:prSet presAssocID="{111260A3-F91A-4E1B-8F6E-4940F8A386C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018FD78-F537-407E-B750-E2F7442664A9}" type="pres">
      <dgm:prSet presAssocID="{CA4A4E4E-FE7C-4C42-82B1-F2C6A101CB92}" presName="Accent2" presStyleCnt="0"/>
      <dgm:spPr/>
    </dgm:pt>
    <dgm:pt modelId="{37FFF7C9-AA1C-43B0-844F-D53526494EB5}" type="pres">
      <dgm:prSet presAssocID="{CA4A4E4E-FE7C-4C42-82B1-F2C6A101CB92}" presName="Accent" presStyleLbl="node1" presStyleIdx="1" presStyleCnt="3"/>
      <dgm:spPr/>
    </dgm:pt>
    <dgm:pt modelId="{F1C9D377-0F44-40D8-A83A-2DC4EE95A71C}" type="pres">
      <dgm:prSet presAssocID="{CA4A4E4E-FE7C-4C42-82B1-F2C6A101CB92}" presName="ParentBackground2" presStyleCnt="0"/>
      <dgm:spPr/>
    </dgm:pt>
    <dgm:pt modelId="{FCA86CC1-16F1-4CC3-B4E4-2D5B52464FEC}" type="pres">
      <dgm:prSet presAssocID="{CA4A4E4E-FE7C-4C42-82B1-F2C6A101CB92}" presName="ParentBackground" presStyleLbl="fgAcc1" presStyleIdx="1" presStyleCnt="3"/>
      <dgm:spPr/>
    </dgm:pt>
    <dgm:pt modelId="{5B7DA729-A8F1-4A54-9C47-12DA0EA5B7FA}" type="pres">
      <dgm:prSet presAssocID="{CA4A4E4E-FE7C-4C42-82B1-F2C6A101CB9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3C3319-81CE-4948-9E96-0A62B1F78E13}" type="pres">
      <dgm:prSet presAssocID="{EFBB9356-27AD-44C7-BFE5-BEFCB3492A41}" presName="Accent1" presStyleCnt="0"/>
      <dgm:spPr/>
    </dgm:pt>
    <dgm:pt modelId="{4DE16052-FEED-4A18-A444-555255CF233D}" type="pres">
      <dgm:prSet presAssocID="{EFBB9356-27AD-44C7-BFE5-BEFCB3492A41}" presName="Accent" presStyleLbl="node1" presStyleIdx="2" presStyleCnt="3"/>
      <dgm:spPr/>
    </dgm:pt>
    <dgm:pt modelId="{80810624-A4DA-4B62-9D6A-F79E856CE462}" type="pres">
      <dgm:prSet presAssocID="{EFBB9356-27AD-44C7-BFE5-BEFCB3492A41}" presName="ParentBackground1" presStyleCnt="0"/>
      <dgm:spPr/>
    </dgm:pt>
    <dgm:pt modelId="{346172BE-79D2-4804-B90E-0D34142AC579}" type="pres">
      <dgm:prSet presAssocID="{EFBB9356-27AD-44C7-BFE5-BEFCB3492A41}" presName="ParentBackground" presStyleLbl="fgAcc1" presStyleIdx="2" presStyleCnt="3"/>
      <dgm:spPr/>
    </dgm:pt>
    <dgm:pt modelId="{5F41158A-F331-48A9-9EAF-E5A691E747FB}" type="pres">
      <dgm:prSet presAssocID="{EFBB9356-27AD-44C7-BFE5-BEFCB3492A4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B794C16-8475-48F0-8ABD-AF6CA07B70C7}" type="presOf" srcId="{CA4A4E4E-FE7C-4C42-82B1-F2C6A101CB92}" destId="{FCA86CC1-16F1-4CC3-B4E4-2D5B52464FEC}" srcOrd="0" destOrd="0" presId="urn:microsoft.com/office/officeart/2011/layout/CircleProcess"/>
    <dgm:cxn modelId="{7E90C41D-2D2F-423F-89D3-9AD2E38B344D}" type="presOf" srcId="{CA4A4E4E-FE7C-4C42-82B1-F2C6A101CB92}" destId="{5B7DA729-A8F1-4A54-9C47-12DA0EA5B7FA}" srcOrd="1" destOrd="0" presId="urn:microsoft.com/office/officeart/2011/layout/CircleProcess"/>
    <dgm:cxn modelId="{32951A22-315B-44D3-830A-0C4B5B6C4254}" type="presOf" srcId="{111260A3-F91A-4E1B-8F6E-4940F8A386C5}" destId="{D7248A21-452B-484F-93BA-30BE64D497EC}" srcOrd="0" destOrd="0" presId="urn:microsoft.com/office/officeart/2011/layout/CircleProcess"/>
    <dgm:cxn modelId="{58056165-5D64-4B82-A8C6-57254031EF3F}" srcId="{4E3B7524-904B-4612-AE31-0D57422E9762}" destId="{111260A3-F91A-4E1B-8F6E-4940F8A386C5}" srcOrd="2" destOrd="0" parTransId="{3E7FDF1F-BFF9-43CF-910E-0775510CE945}" sibTransId="{AC3D03EA-3C93-4ADB-9701-C9F316ADBC2B}"/>
    <dgm:cxn modelId="{4BE5FA46-86E9-49EB-87F7-163139B66CAF}" srcId="{4E3B7524-904B-4612-AE31-0D57422E9762}" destId="{CA4A4E4E-FE7C-4C42-82B1-F2C6A101CB92}" srcOrd="1" destOrd="0" parTransId="{1646F822-0D80-459E-BD3F-4627AF6CF369}" sibTransId="{310FC7F6-98C3-4838-91FD-924A8D494E11}"/>
    <dgm:cxn modelId="{F9A18C4D-7B11-4C1F-87D1-F53794348721}" type="presOf" srcId="{4E3B7524-904B-4612-AE31-0D57422E9762}" destId="{6FED4258-27DE-454C-B10D-3F584159379D}" srcOrd="0" destOrd="0" presId="urn:microsoft.com/office/officeart/2011/layout/CircleProcess"/>
    <dgm:cxn modelId="{047162A5-8EDE-4A0A-AF32-27D9859BD956}" type="presOf" srcId="{EFBB9356-27AD-44C7-BFE5-BEFCB3492A41}" destId="{346172BE-79D2-4804-B90E-0D34142AC579}" srcOrd="0" destOrd="0" presId="urn:microsoft.com/office/officeart/2011/layout/CircleProcess"/>
    <dgm:cxn modelId="{4270D6C2-659D-4FD3-AFDD-4CDE53B8FEDD}" type="presOf" srcId="{EFBB9356-27AD-44C7-BFE5-BEFCB3492A41}" destId="{5F41158A-F331-48A9-9EAF-E5A691E747FB}" srcOrd="1" destOrd="0" presId="urn:microsoft.com/office/officeart/2011/layout/CircleProcess"/>
    <dgm:cxn modelId="{71DBCCE7-08AF-4FD9-B8F8-BCA266F11D46}" srcId="{4E3B7524-904B-4612-AE31-0D57422E9762}" destId="{EFBB9356-27AD-44C7-BFE5-BEFCB3492A41}" srcOrd="0" destOrd="0" parTransId="{9B02A677-62ED-42FE-BD06-5E4472ABBC87}" sibTransId="{1471A06B-AB0C-4165-9EA9-6B10321CD739}"/>
    <dgm:cxn modelId="{632000ED-6E55-4BF7-89E5-4A24AB02832C}" type="presOf" srcId="{111260A3-F91A-4E1B-8F6E-4940F8A386C5}" destId="{50B7FD22-0997-47E1-A799-33CEA82BAF9B}" srcOrd="1" destOrd="0" presId="urn:microsoft.com/office/officeart/2011/layout/CircleProcess"/>
    <dgm:cxn modelId="{C6C88C3E-3A8A-48A7-8CB0-E4EFF78F6A69}" type="presParOf" srcId="{6FED4258-27DE-454C-B10D-3F584159379D}" destId="{85B2DC82-3095-4421-B23B-D717B58C8761}" srcOrd="0" destOrd="0" presId="urn:microsoft.com/office/officeart/2011/layout/CircleProcess"/>
    <dgm:cxn modelId="{D6DCD796-FDB5-4453-BCD4-8218143AD5BA}" type="presParOf" srcId="{85B2DC82-3095-4421-B23B-D717B58C8761}" destId="{98FDFC9B-7267-4CC4-A780-B68FA8FF92A2}" srcOrd="0" destOrd="0" presId="urn:microsoft.com/office/officeart/2011/layout/CircleProcess"/>
    <dgm:cxn modelId="{D208778D-86C1-44A3-A25D-CE274807C292}" type="presParOf" srcId="{6FED4258-27DE-454C-B10D-3F584159379D}" destId="{44AFA27B-C31C-4455-B1D1-22B376F56146}" srcOrd="1" destOrd="0" presId="urn:microsoft.com/office/officeart/2011/layout/CircleProcess"/>
    <dgm:cxn modelId="{E9ACB8E0-094E-40F0-81C0-AE8D69BB926D}" type="presParOf" srcId="{44AFA27B-C31C-4455-B1D1-22B376F56146}" destId="{D7248A21-452B-484F-93BA-30BE64D497EC}" srcOrd="0" destOrd="0" presId="urn:microsoft.com/office/officeart/2011/layout/CircleProcess"/>
    <dgm:cxn modelId="{BFB7C0B0-D8EE-414A-A688-51ABF6550F00}" type="presParOf" srcId="{6FED4258-27DE-454C-B10D-3F584159379D}" destId="{50B7FD22-0997-47E1-A799-33CEA82BAF9B}" srcOrd="2" destOrd="0" presId="urn:microsoft.com/office/officeart/2011/layout/CircleProcess"/>
    <dgm:cxn modelId="{7034BB18-8926-4C43-B81A-890B53582C6B}" type="presParOf" srcId="{6FED4258-27DE-454C-B10D-3F584159379D}" destId="{1018FD78-F537-407E-B750-E2F7442664A9}" srcOrd="3" destOrd="0" presId="urn:microsoft.com/office/officeart/2011/layout/CircleProcess"/>
    <dgm:cxn modelId="{C651BF02-A0A4-47DB-88F7-B9CB8FED596E}" type="presParOf" srcId="{1018FD78-F537-407E-B750-E2F7442664A9}" destId="{37FFF7C9-AA1C-43B0-844F-D53526494EB5}" srcOrd="0" destOrd="0" presId="urn:microsoft.com/office/officeart/2011/layout/CircleProcess"/>
    <dgm:cxn modelId="{FCCE951A-8ABC-4891-9ECE-C9D3514AE2DE}" type="presParOf" srcId="{6FED4258-27DE-454C-B10D-3F584159379D}" destId="{F1C9D377-0F44-40D8-A83A-2DC4EE95A71C}" srcOrd="4" destOrd="0" presId="urn:microsoft.com/office/officeart/2011/layout/CircleProcess"/>
    <dgm:cxn modelId="{0326AB65-AED2-4640-BEF2-367E0C7EBC5F}" type="presParOf" srcId="{F1C9D377-0F44-40D8-A83A-2DC4EE95A71C}" destId="{FCA86CC1-16F1-4CC3-B4E4-2D5B52464FEC}" srcOrd="0" destOrd="0" presId="urn:microsoft.com/office/officeart/2011/layout/CircleProcess"/>
    <dgm:cxn modelId="{C89A3285-245E-41DD-9336-28978BE48B14}" type="presParOf" srcId="{6FED4258-27DE-454C-B10D-3F584159379D}" destId="{5B7DA729-A8F1-4A54-9C47-12DA0EA5B7FA}" srcOrd="5" destOrd="0" presId="urn:microsoft.com/office/officeart/2011/layout/CircleProcess"/>
    <dgm:cxn modelId="{7EEC4DD9-2811-4736-9935-BB23B5109A5D}" type="presParOf" srcId="{6FED4258-27DE-454C-B10D-3F584159379D}" destId="{013C3319-81CE-4948-9E96-0A62B1F78E13}" srcOrd="6" destOrd="0" presId="urn:microsoft.com/office/officeart/2011/layout/CircleProcess"/>
    <dgm:cxn modelId="{9D1461E3-F3BD-4CD6-A53A-1118BF3F5C10}" type="presParOf" srcId="{013C3319-81CE-4948-9E96-0A62B1F78E13}" destId="{4DE16052-FEED-4A18-A444-555255CF233D}" srcOrd="0" destOrd="0" presId="urn:microsoft.com/office/officeart/2011/layout/CircleProcess"/>
    <dgm:cxn modelId="{7F7EAB17-29B1-4DEC-8419-493788CA3B39}" type="presParOf" srcId="{6FED4258-27DE-454C-B10D-3F584159379D}" destId="{80810624-A4DA-4B62-9D6A-F79E856CE462}" srcOrd="7" destOrd="0" presId="urn:microsoft.com/office/officeart/2011/layout/CircleProcess"/>
    <dgm:cxn modelId="{7AEA51D4-9AE1-41D8-A560-D4849827D9A1}" type="presParOf" srcId="{80810624-A4DA-4B62-9D6A-F79E856CE462}" destId="{346172BE-79D2-4804-B90E-0D34142AC579}" srcOrd="0" destOrd="0" presId="urn:microsoft.com/office/officeart/2011/layout/CircleProcess"/>
    <dgm:cxn modelId="{DFC4EC33-6F03-4721-AD2B-4FCDE691375D}" type="presParOf" srcId="{6FED4258-27DE-454C-B10D-3F584159379D}" destId="{5F41158A-F331-48A9-9EAF-E5A691E747FB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3B7524-904B-4612-AE31-0D57422E9762}" type="doc">
      <dgm:prSet loTypeId="urn:microsoft.com/office/officeart/2011/layout/Circle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A4A4E4E-FE7C-4C42-82B1-F2C6A101CB92}">
      <dgm:prSet phldrT="[Text]"/>
      <dgm:spPr/>
      <dgm:t>
        <a:bodyPr/>
        <a:lstStyle/>
        <a:p>
          <a:r>
            <a:rPr lang="en-US" dirty="0"/>
            <a:t>Whitespaces &amp; Special Characters</a:t>
          </a:r>
        </a:p>
      </dgm:t>
    </dgm:pt>
    <dgm:pt modelId="{1646F822-0D80-459E-BD3F-4627AF6CF369}" type="parTrans" cxnId="{4BE5FA46-86E9-49EB-87F7-163139B66CAF}">
      <dgm:prSet/>
      <dgm:spPr/>
      <dgm:t>
        <a:bodyPr/>
        <a:lstStyle/>
        <a:p>
          <a:endParaRPr lang="en-US"/>
        </a:p>
      </dgm:t>
    </dgm:pt>
    <dgm:pt modelId="{310FC7F6-98C3-4838-91FD-924A8D494E11}" type="sibTrans" cxnId="{4BE5FA46-86E9-49EB-87F7-163139B66CAF}">
      <dgm:prSet/>
      <dgm:spPr/>
      <dgm:t>
        <a:bodyPr/>
        <a:lstStyle/>
        <a:p>
          <a:endParaRPr lang="en-US"/>
        </a:p>
      </dgm:t>
    </dgm:pt>
    <dgm:pt modelId="{EFBB9356-27AD-44C7-BFE5-BEFCB3492A41}">
      <dgm:prSet phldrT="[Text]"/>
      <dgm:spPr/>
      <dgm:t>
        <a:bodyPr/>
        <a:lstStyle/>
        <a:p>
          <a:r>
            <a:rPr lang="en-US" dirty="0"/>
            <a:t>Breaking Line &amp; Separators</a:t>
          </a:r>
        </a:p>
      </dgm:t>
    </dgm:pt>
    <dgm:pt modelId="{9B02A677-62ED-42FE-BD06-5E4472ABBC87}" type="parTrans" cxnId="{71DBCCE7-08AF-4FD9-B8F8-BCA266F11D46}">
      <dgm:prSet/>
      <dgm:spPr/>
      <dgm:t>
        <a:bodyPr/>
        <a:lstStyle/>
        <a:p>
          <a:endParaRPr lang="en-US"/>
        </a:p>
      </dgm:t>
    </dgm:pt>
    <dgm:pt modelId="{1471A06B-AB0C-4165-9EA9-6B10321CD739}" type="sibTrans" cxnId="{71DBCCE7-08AF-4FD9-B8F8-BCA266F11D46}">
      <dgm:prSet/>
      <dgm:spPr/>
      <dgm:t>
        <a:bodyPr/>
        <a:lstStyle/>
        <a:p>
          <a:endParaRPr lang="en-US"/>
        </a:p>
      </dgm:t>
    </dgm:pt>
    <dgm:pt modelId="{6FED4258-27DE-454C-B10D-3F584159379D}" type="pres">
      <dgm:prSet presAssocID="{4E3B7524-904B-4612-AE31-0D57422E976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018FD78-F537-407E-B750-E2F7442664A9}" type="pres">
      <dgm:prSet presAssocID="{CA4A4E4E-FE7C-4C42-82B1-F2C6A101CB92}" presName="Accent2" presStyleCnt="0"/>
      <dgm:spPr/>
    </dgm:pt>
    <dgm:pt modelId="{37FFF7C9-AA1C-43B0-844F-D53526494EB5}" type="pres">
      <dgm:prSet presAssocID="{CA4A4E4E-FE7C-4C42-82B1-F2C6A101CB92}" presName="Accent" presStyleLbl="node1" presStyleIdx="0" presStyleCnt="2"/>
      <dgm:spPr/>
    </dgm:pt>
    <dgm:pt modelId="{F1C9D377-0F44-40D8-A83A-2DC4EE95A71C}" type="pres">
      <dgm:prSet presAssocID="{CA4A4E4E-FE7C-4C42-82B1-F2C6A101CB92}" presName="ParentBackground2" presStyleCnt="0"/>
      <dgm:spPr/>
    </dgm:pt>
    <dgm:pt modelId="{FCA86CC1-16F1-4CC3-B4E4-2D5B52464FEC}" type="pres">
      <dgm:prSet presAssocID="{CA4A4E4E-FE7C-4C42-82B1-F2C6A101CB92}" presName="ParentBackground" presStyleLbl="fgAcc1" presStyleIdx="0" presStyleCnt="2"/>
      <dgm:spPr/>
    </dgm:pt>
    <dgm:pt modelId="{5B7DA729-A8F1-4A54-9C47-12DA0EA5B7FA}" type="pres">
      <dgm:prSet presAssocID="{CA4A4E4E-FE7C-4C42-82B1-F2C6A101CB9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3C3319-81CE-4948-9E96-0A62B1F78E13}" type="pres">
      <dgm:prSet presAssocID="{EFBB9356-27AD-44C7-BFE5-BEFCB3492A41}" presName="Accent1" presStyleCnt="0"/>
      <dgm:spPr/>
    </dgm:pt>
    <dgm:pt modelId="{4DE16052-FEED-4A18-A444-555255CF233D}" type="pres">
      <dgm:prSet presAssocID="{EFBB9356-27AD-44C7-BFE5-BEFCB3492A41}" presName="Accent" presStyleLbl="node1" presStyleIdx="1" presStyleCnt="2"/>
      <dgm:spPr/>
    </dgm:pt>
    <dgm:pt modelId="{80810624-A4DA-4B62-9D6A-F79E856CE462}" type="pres">
      <dgm:prSet presAssocID="{EFBB9356-27AD-44C7-BFE5-BEFCB3492A41}" presName="ParentBackground1" presStyleCnt="0"/>
      <dgm:spPr/>
    </dgm:pt>
    <dgm:pt modelId="{346172BE-79D2-4804-B90E-0D34142AC579}" type="pres">
      <dgm:prSet presAssocID="{EFBB9356-27AD-44C7-BFE5-BEFCB3492A41}" presName="ParentBackground" presStyleLbl="fgAcc1" presStyleIdx="1" presStyleCnt="2"/>
      <dgm:spPr/>
    </dgm:pt>
    <dgm:pt modelId="{5F41158A-F331-48A9-9EAF-E5A691E747FB}" type="pres">
      <dgm:prSet presAssocID="{EFBB9356-27AD-44C7-BFE5-BEFCB3492A4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3FAE92F-1022-454A-B8E8-F0B25A96248C}" type="presOf" srcId="{EFBB9356-27AD-44C7-BFE5-BEFCB3492A41}" destId="{5F41158A-F331-48A9-9EAF-E5A691E747FB}" srcOrd="1" destOrd="0" presId="urn:microsoft.com/office/officeart/2011/layout/CircleProcess"/>
    <dgm:cxn modelId="{4327683C-D935-44F9-8EBA-A6D4E75E2C33}" type="presOf" srcId="{EFBB9356-27AD-44C7-BFE5-BEFCB3492A41}" destId="{346172BE-79D2-4804-B90E-0D34142AC579}" srcOrd="0" destOrd="0" presId="urn:microsoft.com/office/officeart/2011/layout/CircleProcess"/>
    <dgm:cxn modelId="{4BE5FA46-86E9-49EB-87F7-163139B66CAF}" srcId="{4E3B7524-904B-4612-AE31-0D57422E9762}" destId="{CA4A4E4E-FE7C-4C42-82B1-F2C6A101CB92}" srcOrd="1" destOrd="0" parTransId="{1646F822-0D80-459E-BD3F-4627AF6CF369}" sibTransId="{310FC7F6-98C3-4838-91FD-924A8D494E11}"/>
    <dgm:cxn modelId="{0B988E5A-8869-4859-800D-983066A3D55A}" type="presOf" srcId="{4E3B7524-904B-4612-AE31-0D57422E9762}" destId="{6FED4258-27DE-454C-B10D-3F584159379D}" srcOrd="0" destOrd="0" presId="urn:microsoft.com/office/officeart/2011/layout/CircleProcess"/>
    <dgm:cxn modelId="{71DBCCE7-08AF-4FD9-B8F8-BCA266F11D46}" srcId="{4E3B7524-904B-4612-AE31-0D57422E9762}" destId="{EFBB9356-27AD-44C7-BFE5-BEFCB3492A41}" srcOrd="0" destOrd="0" parTransId="{9B02A677-62ED-42FE-BD06-5E4472ABBC87}" sibTransId="{1471A06B-AB0C-4165-9EA9-6B10321CD739}"/>
    <dgm:cxn modelId="{7F6408E8-95F1-4253-B689-B6BD9B32C5EF}" type="presOf" srcId="{CA4A4E4E-FE7C-4C42-82B1-F2C6A101CB92}" destId="{FCA86CC1-16F1-4CC3-B4E4-2D5B52464FEC}" srcOrd="0" destOrd="0" presId="urn:microsoft.com/office/officeart/2011/layout/CircleProcess"/>
    <dgm:cxn modelId="{583939E9-B434-4422-834C-60779A5D7CB3}" type="presOf" srcId="{CA4A4E4E-FE7C-4C42-82B1-F2C6A101CB92}" destId="{5B7DA729-A8F1-4A54-9C47-12DA0EA5B7FA}" srcOrd="1" destOrd="0" presId="urn:microsoft.com/office/officeart/2011/layout/CircleProcess"/>
    <dgm:cxn modelId="{66CA37C9-8618-4D6E-9826-69342E2F86E4}" type="presParOf" srcId="{6FED4258-27DE-454C-B10D-3F584159379D}" destId="{1018FD78-F537-407E-B750-E2F7442664A9}" srcOrd="0" destOrd="0" presId="urn:microsoft.com/office/officeart/2011/layout/CircleProcess"/>
    <dgm:cxn modelId="{63EA08DE-1199-428A-A30A-BC4DBE479F1D}" type="presParOf" srcId="{1018FD78-F537-407E-B750-E2F7442664A9}" destId="{37FFF7C9-AA1C-43B0-844F-D53526494EB5}" srcOrd="0" destOrd="0" presId="urn:microsoft.com/office/officeart/2011/layout/CircleProcess"/>
    <dgm:cxn modelId="{EF18FC46-7F4B-4867-AE75-ED560265D64A}" type="presParOf" srcId="{6FED4258-27DE-454C-B10D-3F584159379D}" destId="{F1C9D377-0F44-40D8-A83A-2DC4EE95A71C}" srcOrd="1" destOrd="0" presId="urn:microsoft.com/office/officeart/2011/layout/CircleProcess"/>
    <dgm:cxn modelId="{BE009731-0ED7-4E05-AD52-800168DD9D7C}" type="presParOf" srcId="{F1C9D377-0F44-40D8-A83A-2DC4EE95A71C}" destId="{FCA86CC1-16F1-4CC3-B4E4-2D5B52464FEC}" srcOrd="0" destOrd="0" presId="urn:microsoft.com/office/officeart/2011/layout/CircleProcess"/>
    <dgm:cxn modelId="{D6F482DE-FAD1-41FA-B83A-15EA7E88EB67}" type="presParOf" srcId="{6FED4258-27DE-454C-B10D-3F584159379D}" destId="{5B7DA729-A8F1-4A54-9C47-12DA0EA5B7FA}" srcOrd="2" destOrd="0" presId="urn:microsoft.com/office/officeart/2011/layout/CircleProcess"/>
    <dgm:cxn modelId="{E94578A1-B047-4911-A5E7-D138E92257BC}" type="presParOf" srcId="{6FED4258-27DE-454C-B10D-3F584159379D}" destId="{013C3319-81CE-4948-9E96-0A62B1F78E13}" srcOrd="3" destOrd="0" presId="urn:microsoft.com/office/officeart/2011/layout/CircleProcess"/>
    <dgm:cxn modelId="{4A4AA779-102B-4241-B0B4-425845382C25}" type="presParOf" srcId="{013C3319-81CE-4948-9E96-0A62B1F78E13}" destId="{4DE16052-FEED-4A18-A444-555255CF233D}" srcOrd="0" destOrd="0" presId="urn:microsoft.com/office/officeart/2011/layout/CircleProcess"/>
    <dgm:cxn modelId="{1AFFC613-A2F8-4BD4-BB8C-9E4E78515D62}" type="presParOf" srcId="{6FED4258-27DE-454C-B10D-3F584159379D}" destId="{80810624-A4DA-4B62-9D6A-F79E856CE462}" srcOrd="4" destOrd="0" presId="urn:microsoft.com/office/officeart/2011/layout/CircleProcess"/>
    <dgm:cxn modelId="{9A275585-AEE5-4576-A01A-440474002F76}" type="presParOf" srcId="{80810624-A4DA-4B62-9D6A-F79E856CE462}" destId="{346172BE-79D2-4804-B90E-0D34142AC579}" srcOrd="0" destOrd="0" presId="urn:microsoft.com/office/officeart/2011/layout/CircleProcess"/>
    <dgm:cxn modelId="{2212A1E4-D4E3-44A8-B33A-065CC5A58230}" type="presParOf" srcId="{6FED4258-27DE-454C-B10D-3F584159379D}" destId="{5F41158A-F331-48A9-9EAF-E5A691E747FB}" srcOrd="5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795928-6FF1-4F02-977F-4265DA116D81}" type="doc">
      <dgm:prSet loTypeId="urn:microsoft.com/office/officeart/2009/3/layout/BlockDescending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FEE6BE-B887-4227-998D-539ECBA5CAE4}">
      <dgm:prSet phldrT="[Text]"/>
      <dgm:spPr/>
      <dgm:t>
        <a:bodyPr/>
        <a:lstStyle/>
        <a:p>
          <a:r>
            <a:rPr lang="en-US" dirty="0"/>
            <a:t>Unordered</a:t>
          </a:r>
        </a:p>
      </dgm:t>
    </dgm:pt>
    <dgm:pt modelId="{5B044101-D427-431E-B913-2E3FA7898604}" type="parTrans" cxnId="{E1960D3E-58C8-4AA8-985A-ED62DC9336D1}">
      <dgm:prSet/>
      <dgm:spPr/>
      <dgm:t>
        <a:bodyPr/>
        <a:lstStyle/>
        <a:p>
          <a:endParaRPr lang="en-US"/>
        </a:p>
      </dgm:t>
    </dgm:pt>
    <dgm:pt modelId="{23CF5E42-B921-4BD6-963D-EF6648786DCD}" type="sibTrans" cxnId="{E1960D3E-58C8-4AA8-985A-ED62DC9336D1}">
      <dgm:prSet/>
      <dgm:spPr/>
      <dgm:t>
        <a:bodyPr/>
        <a:lstStyle/>
        <a:p>
          <a:endParaRPr lang="en-US"/>
        </a:p>
      </dgm:t>
    </dgm:pt>
    <dgm:pt modelId="{E86FD980-1F44-41CB-BE67-85E027990D9C}">
      <dgm:prSet phldrT="[Text]"/>
      <dgm:spPr/>
      <dgm:t>
        <a:bodyPr/>
        <a:lstStyle/>
        <a:p>
          <a:r>
            <a:rPr lang="en-US" dirty="0"/>
            <a:t>Ordered</a:t>
          </a:r>
        </a:p>
      </dgm:t>
    </dgm:pt>
    <dgm:pt modelId="{B6306BC9-72B5-42FC-AD3C-16F3F0B042F8}" type="parTrans" cxnId="{EE549C13-A89C-4B69-8ABE-207B4BCAFEDE}">
      <dgm:prSet/>
      <dgm:spPr/>
      <dgm:t>
        <a:bodyPr/>
        <a:lstStyle/>
        <a:p>
          <a:endParaRPr lang="en-US"/>
        </a:p>
      </dgm:t>
    </dgm:pt>
    <dgm:pt modelId="{BB2D10AF-FA65-4D3A-8F92-92E9F9846406}" type="sibTrans" cxnId="{EE549C13-A89C-4B69-8ABE-207B4BCAFEDE}">
      <dgm:prSet/>
      <dgm:spPr/>
      <dgm:t>
        <a:bodyPr/>
        <a:lstStyle/>
        <a:p>
          <a:endParaRPr lang="en-US"/>
        </a:p>
      </dgm:t>
    </dgm:pt>
    <dgm:pt modelId="{C438491F-0FC5-4260-B279-DDB7DE830985}">
      <dgm:prSet phldrT="[Text]"/>
      <dgm:spPr/>
      <dgm:t>
        <a:bodyPr/>
        <a:lstStyle/>
        <a:p>
          <a:r>
            <a:rPr lang="en-US" dirty="0"/>
            <a:t>Definition</a:t>
          </a:r>
        </a:p>
      </dgm:t>
    </dgm:pt>
    <dgm:pt modelId="{F4678BF2-AAE5-4C97-A636-8CC4A92A0D3A}" type="parTrans" cxnId="{E850448D-31FA-43D6-92F9-46690983E804}">
      <dgm:prSet/>
      <dgm:spPr/>
      <dgm:t>
        <a:bodyPr/>
        <a:lstStyle/>
        <a:p>
          <a:endParaRPr lang="en-US"/>
        </a:p>
      </dgm:t>
    </dgm:pt>
    <dgm:pt modelId="{16AAB665-84BD-421C-ABD8-A2AD120947AA}" type="sibTrans" cxnId="{E850448D-31FA-43D6-92F9-46690983E804}">
      <dgm:prSet/>
      <dgm:spPr/>
      <dgm:t>
        <a:bodyPr/>
        <a:lstStyle/>
        <a:p>
          <a:endParaRPr lang="en-US"/>
        </a:p>
      </dgm:t>
    </dgm:pt>
    <dgm:pt modelId="{2CCE3F38-6013-481D-BA36-C80E93DBDC9D}" type="pres">
      <dgm:prSet presAssocID="{AD795928-6FF1-4F02-977F-4265DA116D8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C4E5C13-7C69-4329-BF42-D987CD04A53B}" type="pres">
      <dgm:prSet presAssocID="{7CFEE6BE-B887-4227-998D-539ECBA5CAE4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C2DA605-3240-42C4-9AF8-A3CD857424DB}" type="pres">
      <dgm:prSet presAssocID="{7CFEE6BE-B887-4227-998D-539ECBA5CAE4}" presName="childText_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2720638-673A-4D0A-A406-7B5489637D32}" type="pres">
      <dgm:prSet presAssocID="{7CFEE6BE-B887-4227-998D-539ECBA5CAE4}" presName="accentShape_1" presStyleCnt="0"/>
      <dgm:spPr/>
    </dgm:pt>
    <dgm:pt modelId="{6F12D114-17C2-4931-B8D8-CAC92B8539F7}" type="pres">
      <dgm:prSet presAssocID="{7CFEE6BE-B887-4227-998D-539ECBA5CAE4}" presName="imageRepeatNode" presStyleLbl="node1" presStyleIdx="0" presStyleCnt="3"/>
      <dgm:spPr/>
    </dgm:pt>
    <dgm:pt modelId="{FCD77E0D-ECB3-409C-98EC-5AC20C3114C0}" type="pres">
      <dgm:prSet presAssocID="{E86FD980-1F44-41CB-BE67-85E027990D9C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FCC1C1B-2CD4-4A41-8842-A8FB1D3DDA44}" type="pres">
      <dgm:prSet presAssocID="{E86FD980-1F44-41CB-BE67-85E027990D9C}" presName="childText_2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33F744A-5374-4907-8E7C-B4D1866E3F78}" type="pres">
      <dgm:prSet presAssocID="{E86FD980-1F44-41CB-BE67-85E027990D9C}" presName="accentShape_2" presStyleCnt="0"/>
      <dgm:spPr/>
    </dgm:pt>
    <dgm:pt modelId="{E9FAA7D6-09FA-4ECF-B636-915BC56E1707}" type="pres">
      <dgm:prSet presAssocID="{E86FD980-1F44-41CB-BE67-85E027990D9C}" presName="imageRepeatNode" presStyleLbl="node1" presStyleIdx="1" presStyleCnt="3"/>
      <dgm:spPr/>
    </dgm:pt>
    <dgm:pt modelId="{591FD096-4996-4B18-AC85-CE7AB5DE6A2E}" type="pres">
      <dgm:prSet presAssocID="{C438491F-0FC5-4260-B279-DDB7DE830985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612CB852-0304-4D20-9370-8502BC9EB686}" type="pres">
      <dgm:prSet presAssocID="{C438491F-0FC5-4260-B279-DDB7DE830985}" presName="childText_3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C253C25-35E0-42B9-9E27-C90ED0C1238A}" type="pres">
      <dgm:prSet presAssocID="{C438491F-0FC5-4260-B279-DDB7DE830985}" presName="accentShape_3" presStyleCnt="0"/>
      <dgm:spPr/>
    </dgm:pt>
    <dgm:pt modelId="{7BD1E3DD-F00F-42CA-9156-42955A3CABE9}" type="pres">
      <dgm:prSet presAssocID="{C438491F-0FC5-4260-B279-DDB7DE830985}" presName="imageRepeatNode" presStyleLbl="node1" presStyleIdx="2" presStyleCnt="3"/>
      <dgm:spPr/>
    </dgm:pt>
  </dgm:ptLst>
  <dgm:cxnLst>
    <dgm:cxn modelId="{EE549C13-A89C-4B69-8ABE-207B4BCAFEDE}" srcId="{AD795928-6FF1-4F02-977F-4265DA116D81}" destId="{E86FD980-1F44-41CB-BE67-85E027990D9C}" srcOrd="1" destOrd="0" parTransId="{B6306BC9-72B5-42FC-AD3C-16F3F0B042F8}" sibTransId="{BB2D10AF-FA65-4D3A-8F92-92E9F9846406}"/>
    <dgm:cxn modelId="{5E27EC3C-16D8-4811-8FC0-6E71254A82B2}" type="presOf" srcId="{E86FD980-1F44-41CB-BE67-85E027990D9C}" destId="{FCD77E0D-ECB3-409C-98EC-5AC20C3114C0}" srcOrd="0" destOrd="0" presId="urn:microsoft.com/office/officeart/2009/3/layout/BlockDescendingList"/>
    <dgm:cxn modelId="{E1960D3E-58C8-4AA8-985A-ED62DC9336D1}" srcId="{AD795928-6FF1-4F02-977F-4265DA116D81}" destId="{7CFEE6BE-B887-4227-998D-539ECBA5CAE4}" srcOrd="0" destOrd="0" parTransId="{5B044101-D427-431E-B913-2E3FA7898604}" sibTransId="{23CF5E42-B921-4BD6-963D-EF6648786DCD}"/>
    <dgm:cxn modelId="{5CE54B76-DA4D-4FA5-9003-B7036FBE2C43}" type="presOf" srcId="{7CFEE6BE-B887-4227-998D-539ECBA5CAE4}" destId="{6F12D114-17C2-4931-B8D8-CAC92B8539F7}" srcOrd="1" destOrd="0" presId="urn:microsoft.com/office/officeart/2009/3/layout/BlockDescendingList"/>
    <dgm:cxn modelId="{E850448D-31FA-43D6-92F9-46690983E804}" srcId="{AD795928-6FF1-4F02-977F-4265DA116D81}" destId="{C438491F-0FC5-4260-B279-DDB7DE830985}" srcOrd="2" destOrd="0" parTransId="{F4678BF2-AAE5-4C97-A636-8CC4A92A0D3A}" sibTransId="{16AAB665-84BD-421C-ABD8-A2AD120947AA}"/>
    <dgm:cxn modelId="{25412092-849F-46BC-8F6C-A26C36D9B405}" type="presOf" srcId="{7CFEE6BE-B887-4227-998D-539ECBA5CAE4}" destId="{5C4E5C13-7C69-4329-BF42-D987CD04A53B}" srcOrd="0" destOrd="0" presId="urn:microsoft.com/office/officeart/2009/3/layout/BlockDescendingList"/>
    <dgm:cxn modelId="{30582EA0-AD01-49F0-B8C2-A5ED40E728D8}" type="presOf" srcId="{C438491F-0FC5-4260-B279-DDB7DE830985}" destId="{7BD1E3DD-F00F-42CA-9156-42955A3CABE9}" srcOrd="1" destOrd="0" presId="urn:microsoft.com/office/officeart/2009/3/layout/BlockDescendingList"/>
    <dgm:cxn modelId="{6C53F7AD-AF3A-4A4E-BDE9-67AFC04B01E2}" type="presOf" srcId="{AD795928-6FF1-4F02-977F-4265DA116D81}" destId="{2CCE3F38-6013-481D-BA36-C80E93DBDC9D}" srcOrd="0" destOrd="0" presId="urn:microsoft.com/office/officeart/2009/3/layout/BlockDescendingList"/>
    <dgm:cxn modelId="{D49C28F7-FEEF-4056-A67D-12D763E195B9}" type="presOf" srcId="{C438491F-0FC5-4260-B279-DDB7DE830985}" destId="{591FD096-4996-4B18-AC85-CE7AB5DE6A2E}" srcOrd="0" destOrd="0" presId="urn:microsoft.com/office/officeart/2009/3/layout/BlockDescendingList"/>
    <dgm:cxn modelId="{12D4D7F8-1442-4F04-8253-1E55AA2D72BE}" type="presOf" srcId="{E86FD980-1F44-41CB-BE67-85E027990D9C}" destId="{E9FAA7D6-09FA-4ECF-B636-915BC56E1707}" srcOrd="1" destOrd="0" presId="urn:microsoft.com/office/officeart/2009/3/layout/BlockDescendingList"/>
    <dgm:cxn modelId="{3304720A-E9F8-4766-993D-9F638389C931}" type="presParOf" srcId="{2CCE3F38-6013-481D-BA36-C80E93DBDC9D}" destId="{5C4E5C13-7C69-4329-BF42-D987CD04A53B}" srcOrd="0" destOrd="0" presId="urn:microsoft.com/office/officeart/2009/3/layout/BlockDescendingList"/>
    <dgm:cxn modelId="{5815D2A4-83E2-45D7-8753-0CADA5A18368}" type="presParOf" srcId="{2CCE3F38-6013-481D-BA36-C80E93DBDC9D}" destId="{BC2DA605-3240-42C4-9AF8-A3CD857424DB}" srcOrd="1" destOrd="0" presId="urn:microsoft.com/office/officeart/2009/3/layout/BlockDescendingList"/>
    <dgm:cxn modelId="{743AF0C5-76C2-473A-9806-38FB433039BC}" type="presParOf" srcId="{2CCE3F38-6013-481D-BA36-C80E93DBDC9D}" destId="{92720638-673A-4D0A-A406-7B5489637D32}" srcOrd="2" destOrd="0" presId="urn:microsoft.com/office/officeart/2009/3/layout/BlockDescendingList"/>
    <dgm:cxn modelId="{31064999-3D8B-4827-8C1D-DAD2AB07BFB9}" type="presParOf" srcId="{92720638-673A-4D0A-A406-7B5489637D32}" destId="{6F12D114-17C2-4931-B8D8-CAC92B8539F7}" srcOrd="0" destOrd="0" presId="urn:microsoft.com/office/officeart/2009/3/layout/BlockDescendingList"/>
    <dgm:cxn modelId="{924DA470-F348-47A8-94FE-FDF36E0ECDC9}" type="presParOf" srcId="{2CCE3F38-6013-481D-BA36-C80E93DBDC9D}" destId="{FCD77E0D-ECB3-409C-98EC-5AC20C3114C0}" srcOrd="3" destOrd="0" presId="urn:microsoft.com/office/officeart/2009/3/layout/BlockDescendingList"/>
    <dgm:cxn modelId="{DFCF7242-33FA-4BC4-9285-6E9F73C07346}" type="presParOf" srcId="{2CCE3F38-6013-481D-BA36-C80E93DBDC9D}" destId="{EFCC1C1B-2CD4-4A41-8842-A8FB1D3DDA44}" srcOrd="4" destOrd="0" presId="urn:microsoft.com/office/officeart/2009/3/layout/BlockDescendingList"/>
    <dgm:cxn modelId="{7D644F30-712D-46E5-B6B4-889A2144B589}" type="presParOf" srcId="{2CCE3F38-6013-481D-BA36-C80E93DBDC9D}" destId="{C33F744A-5374-4907-8E7C-B4D1866E3F78}" srcOrd="5" destOrd="0" presId="urn:microsoft.com/office/officeart/2009/3/layout/BlockDescendingList"/>
    <dgm:cxn modelId="{46608BA7-780C-4CD2-9ED4-9E4C08D12C41}" type="presParOf" srcId="{C33F744A-5374-4907-8E7C-B4D1866E3F78}" destId="{E9FAA7D6-09FA-4ECF-B636-915BC56E1707}" srcOrd="0" destOrd="0" presId="urn:microsoft.com/office/officeart/2009/3/layout/BlockDescendingList"/>
    <dgm:cxn modelId="{D00997B1-79F8-4C13-AF6A-E1FB1ECE6443}" type="presParOf" srcId="{2CCE3F38-6013-481D-BA36-C80E93DBDC9D}" destId="{591FD096-4996-4B18-AC85-CE7AB5DE6A2E}" srcOrd="6" destOrd="0" presId="urn:microsoft.com/office/officeart/2009/3/layout/BlockDescendingList"/>
    <dgm:cxn modelId="{2C9EC282-4B67-48A1-9E37-86589B3D7AAF}" type="presParOf" srcId="{2CCE3F38-6013-481D-BA36-C80E93DBDC9D}" destId="{612CB852-0304-4D20-9370-8502BC9EB686}" srcOrd="7" destOrd="0" presId="urn:microsoft.com/office/officeart/2009/3/layout/BlockDescendingList"/>
    <dgm:cxn modelId="{CA74B8AA-6C10-464F-B3E5-525DB7153389}" type="presParOf" srcId="{2CCE3F38-6013-481D-BA36-C80E93DBDC9D}" destId="{6C253C25-35E0-42B9-9E27-C90ED0C1238A}" srcOrd="8" destOrd="0" presId="urn:microsoft.com/office/officeart/2009/3/layout/BlockDescendingList"/>
    <dgm:cxn modelId="{2F08223C-D636-4A1D-BAE1-7DECEDF29919}" type="presParOf" srcId="{6C253C25-35E0-42B9-9E27-C90ED0C1238A}" destId="{7BD1E3DD-F00F-42CA-9156-42955A3CABE9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07052E-A21C-437E-9A51-F32822AA30D5}" type="doc">
      <dgm:prSet loTypeId="urn:microsoft.com/office/officeart/2005/8/layout/vList3" loCatId="list" qsTypeId="urn:microsoft.com/office/officeart/2005/8/quickstyle/simple4" qsCatId="simple" csTypeId="urn:microsoft.com/office/officeart/2005/8/colors/colorful3" csCatId="colorful" phldr="1"/>
      <dgm:spPr/>
    </dgm:pt>
    <dgm:pt modelId="{53707F60-FDAF-42DD-9B01-1240AC170042}">
      <dgm:prSet phldrT="[Text]"/>
      <dgm:spPr/>
      <dgm:t>
        <a:bodyPr/>
        <a:lstStyle/>
        <a:p>
          <a:r>
            <a:rPr lang="en-US" dirty="0"/>
            <a:t>File</a:t>
          </a:r>
        </a:p>
      </dgm:t>
    </dgm:pt>
    <dgm:pt modelId="{C11BCCA5-C9E8-4720-97B3-C91B76189CB4}" type="parTrans" cxnId="{4851E66A-0401-496E-994F-9E67AA6D7E33}">
      <dgm:prSet/>
      <dgm:spPr/>
      <dgm:t>
        <a:bodyPr/>
        <a:lstStyle/>
        <a:p>
          <a:endParaRPr lang="en-US"/>
        </a:p>
      </dgm:t>
    </dgm:pt>
    <dgm:pt modelId="{08B5D4EC-B2A1-40B7-898F-C4112E43C686}" type="sibTrans" cxnId="{4851E66A-0401-496E-994F-9E67AA6D7E33}">
      <dgm:prSet/>
      <dgm:spPr/>
      <dgm:t>
        <a:bodyPr/>
        <a:lstStyle/>
        <a:p>
          <a:endParaRPr lang="en-US"/>
        </a:p>
      </dgm:t>
    </dgm:pt>
    <dgm:pt modelId="{01041A08-83E3-4134-9B6E-98FDC17D63F2}">
      <dgm:prSet phldrT="[Text]"/>
      <dgm:spPr/>
      <dgm:t>
        <a:bodyPr/>
        <a:lstStyle/>
        <a:p>
          <a:r>
            <a:rPr lang="en-US" dirty="0"/>
            <a:t>Anchor</a:t>
          </a:r>
        </a:p>
      </dgm:t>
    </dgm:pt>
    <dgm:pt modelId="{A8CE77E7-0F9D-47C8-AA1C-15B2BDBF5117}" type="parTrans" cxnId="{BBE55B5B-D971-4630-8517-F9ECB6447A54}">
      <dgm:prSet/>
      <dgm:spPr/>
      <dgm:t>
        <a:bodyPr/>
        <a:lstStyle/>
        <a:p>
          <a:endParaRPr lang="en-US"/>
        </a:p>
      </dgm:t>
    </dgm:pt>
    <dgm:pt modelId="{D98EE050-F30B-4F3A-BBF1-EED08285600D}" type="sibTrans" cxnId="{BBE55B5B-D971-4630-8517-F9ECB6447A54}">
      <dgm:prSet/>
      <dgm:spPr/>
      <dgm:t>
        <a:bodyPr/>
        <a:lstStyle/>
        <a:p>
          <a:endParaRPr lang="en-US"/>
        </a:p>
      </dgm:t>
    </dgm:pt>
    <dgm:pt modelId="{6AAF6737-C642-49A6-814A-90523C05A440}">
      <dgm:prSet phldrT="[Text]"/>
      <dgm:spPr/>
      <dgm:t>
        <a:bodyPr/>
        <a:lstStyle/>
        <a:p>
          <a:r>
            <a:rPr lang="en-US" dirty="0"/>
            <a:t>Email</a:t>
          </a:r>
        </a:p>
      </dgm:t>
    </dgm:pt>
    <dgm:pt modelId="{125EA8AB-BE97-4FA6-9299-28B868FF6930}" type="parTrans" cxnId="{07A05EEC-28F3-4955-9599-71A41DFB8719}">
      <dgm:prSet/>
      <dgm:spPr/>
      <dgm:t>
        <a:bodyPr/>
        <a:lstStyle/>
        <a:p>
          <a:endParaRPr lang="en-US"/>
        </a:p>
      </dgm:t>
    </dgm:pt>
    <dgm:pt modelId="{DFED75BA-FE11-4BCD-A95F-A3C15A66B623}" type="sibTrans" cxnId="{07A05EEC-28F3-4955-9599-71A41DFB8719}">
      <dgm:prSet/>
      <dgm:spPr/>
      <dgm:t>
        <a:bodyPr/>
        <a:lstStyle/>
        <a:p>
          <a:endParaRPr lang="en-US"/>
        </a:p>
      </dgm:t>
    </dgm:pt>
    <dgm:pt modelId="{49605F2F-CB56-4C9B-ABB0-032440A1EA7B}" type="pres">
      <dgm:prSet presAssocID="{3907052E-A21C-437E-9A51-F32822AA30D5}" presName="linearFlow" presStyleCnt="0">
        <dgm:presLayoutVars>
          <dgm:dir/>
          <dgm:resizeHandles val="exact"/>
        </dgm:presLayoutVars>
      </dgm:prSet>
      <dgm:spPr/>
    </dgm:pt>
    <dgm:pt modelId="{1259CF97-415C-45D3-996A-522AC078CD7E}" type="pres">
      <dgm:prSet presAssocID="{53707F60-FDAF-42DD-9B01-1240AC170042}" presName="composite" presStyleCnt="0"/>
      <dgm:spPr/>
    </dgm:pt>
    <dgm:pt modelId="{FCBFB72F-5CE1-4223-A22C-197952B15C62}" type="pres">
      <dgm:prSet presAssocID="{53707F60-FDAF-42DD-9B01-1240AC170042}" presName="imgShp" presStyleLbl="fgImgPlace1" presStyleIdx="0" presStyleCnt="3"/>
      <dgm:spPr>
        <a:blipFill dpi="0" rotWithShape="1">
          <a:blip xmlns:r="http://schemas.openxmlformats.org/officeDocument/2006/relationships" r:embed="rId1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459" t="12687" r="15252" b="12825"/>
          </a:stretch>
        </a:blipFill>
      </dgm:spPr>
    </dgm:pt>
    <dgm:pt modelId="{E89B2E53-F2CE-45CC-B8D1-57B46165441B}" type="pres">
      <dgm:prSet presAssocID="{53707F60-FDAF-42DD-9B01-1240AC170042}" presName="txShp" presStyleLbl="node1" presStyleIdx="0" presStyleCnt="3">
        <dgm:presLayoutVars>
          <dgm:bulletEnabled val="1"/>
        </dgm:presLayoutVars>
      </dgm:prSet>
      <dgm:spPr/>
    </dgm:pt>
    <dgm:pt modelId="{D01F1EC4-EA54-468F-83A7-263C2441A229}" type="pres">
      <dgm:prSet presAssocID="{08B5D4EC-B2A1-40B7-898F-C4112E43C686}" presName="spacing" presStyleCnt="0"/>
      <dgm:spPr/>
    </dgm:pt>
    <dgm:pt modelId="{8DB24A18-E298-4CF5-8FDF-08AB3248ED79}" type="pres">
      <dgm:prSet presAssocID="{01041A08-83E3-4134-9B6E-98FDC17D63F2}" presName="composite" presStyleCnt="0"/>
      <dgm:spPr/>
    </dgm:pt>
    <dgm:pt modelId="{196B6791-0FDD-453A-986F-8FCE5DAA951F}" type="pres">
      <dgm:prSet presAssocID="{01041A08-83E3-4134-9B6E-98FDC17D63F2}" presName="imgShp" presStyleLbl="fgImgPlace1" presStyleIdx="1" presStyleCnt="3" custScaleY="99745"/>
      <dgm:spPr>
        <a:blipFill dpi="0" rotWithShape="1">
          <a:blip xmlns:r="http://schemas.openxmlformats.org/officeDocument/2006/relationships"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9103" t="7066" r="13843" b="10070"/>
          </a:stretch>
        </a:blipFill>
      </dgm:spPr>
    </dgm:pt>
    <dgm:pt modelId="{329B93D1-19FE-4DBE-B821-77DC1D8C8D20}" type="pres">
      <dgm:prSet presAssocID="{01041A08-83E3-4134-9B6E-98FDC17D63F2}" presName="txShp" presStyleLbl="node1" presStyleIdx="1" presStyleCnt="3">
        <dgm:presLayoutVars>
          <dgm:bulletEnabled val="1"/>
        </dgm:presLayoutVars>
      </dgm:prSet>
      <dgm:spPr/>
    </dgm:pt>
    <dgm:pt modelId="{8E7479F1-098D-4F2A-9B9B-99192C022429}" type="pres">
      <dgm:prSet presAssocID="{D98EE050-F30B-4F3A-BBF1-EED08285600D}" presName="spacing" presStyleCnt="0"/>
      <dgm:spPr/>
    </dgm:pt>
    <dgm:pt modelId="{30FE9C5D-5F72-47EE-9B61-882742ACF916}" type="pres">
      <dgm:prSet presAssocID="{6AAF6737-C642-49A6-814A-90523C05A440}" presName="composite" presStyleCnt="0"/>
      <dgm:spPr/>
    </dgm:pt>
    <dgm:pt modelId="{9BC97F3E-AAAF-423B-AA10-79DB8482BE01}" type="pres">
      <dgm:prSet presAssocID="{6AAF6737-C642-49A6-814A-90523C05A440}" presName="imgShp" presStyleLbl="fgImgPlace1" presStyleIdx="2" presStyleCnt="3"/>
      <dgm:spPr>
        <a:blipFill dpi="0" rotWithShape="1">
          <a:blip xmlns:r="http://schemas.openxmlformats.org/officeDocument/2006/relationships"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1276" t="12747" r="16662" b="17311"/>
          </a:stretch>
        </a:blipFill>
      </dgm:spPr>
    </dgm:pt>
    <dgm:pt modelId="{804EDFD4-3A69-4923-AE85-0F8304A3CC56}" type="pres">
      <dgm:prSet presAssocID="{6AAF6737-C642-49A6-814A-90523C05A440}" presName="txShp" presStyleLbl="node1" presStyleIdx="2" presStyleCnt="3">
        <dgm:presLayoutVars>
          <dgm:bulletEnabled val="1"/>
        </dgm:presLayoutVars>
      </dgm:prSet>
      <dgm:spPr/>
    </dgm:pt>
  </dgm:ptLst>
  <dgm:cxnLst>
    <dgm:cxn modelId="{BBE55B5B-D971-4630-8517-F9ECB6447A54}" srcId="{3907052E-A21C-437E-9A51-F32822AA30D5}" destId="{01041A08-83E3-4134-9B6E-98FDC17D63F2}" srcOrd="1" destOrd="0" parTransId="{A8CE77E7-0F9D-47C8-AA1C-15B2BDBF5117}" sibTransId="{D98EE050-F30B-4F3A-BBF1-EED08285600D}"/>
    <dgm:cxn modelId="{4851E66A-0401-496E-994F-9E67AA6D7E33}" srcId="{3907052E-A21C-437E-9A51-F32822AA30D5}" destId="{53707F60-FDAF-42DD-9B01-1240AC170042}" srcOrd="0" destOrd="0" parTransId="{C11BCCA5-C9E8-4720-97B3-C91B76189CB4}" sibTransId="{08B5D4EC-B2A1-40B7-898F-C4112E43C686}"/>
    <dgm:cxn modelId="{FAD23155-F17B-4915-90A1-F6CCBC4F35A3}" type="presOf" srcId="{53707F60-FDAF-42DD-9B01-1240AC170042}" destId="{E89B2E53-F2CE-45CC-B8D1-57B46165441B}" srcOrd="0" destOrd="0" presId="urn:microsoft.com/office/officeart/2005/8/layout/vList3"/>
    <dgm:cxn modelId="{9D7AA97D-F804-4FB4-A774-2383AD2D0C8B}" type="presOf" srcId="{01041A08-83E3-4134-9B6E-98FDC17D63F2}" destId="{329B93D1-19FE-4DBE-B821-77DC1D8C8D20}" srcOrd="0" destOrd="0" presId="urn:microsoft.com/office/officeart/2005/8/layout/vList3"/>
    <dgm:cxn modelId="{014B838B-9B71-4C9F-A4D9-E044F36C6F74}" type="presOf" srcId="{3907052E-A21C-437E-9A51-F32822AA30D5}" destId="{49605F2F-CB56-4C9B-ABB0-032440A1EA7B}" srcOrd="0" destOrd="0" presId="urn:microsoft.com/office/officeart/2005/8/layout/vList3"/>
    <dgm:cxn modelId="{07A05EEC-28F3-4955-9599-71A41DFB8719}" srcId="{3907052E-A21C-437E-9A51-F32822AA30D5}" destId="{6AAF6737-C642-49A6-814A-90523C05A440}" srcOrd="2" destOrd="0" parTransId="{125EA8AB-BE97-4FA6-9299-28B868FF6930}" sibTransId="{DFED75BA-FE11-4BCD-A95F-A3C15A66B623}"/>
    <dgm:cxn modelId="{509A24F4-B69B-4E09-90D7-33FA7C23FC4A}" type="presOf" srcId="{6AAF6737-C642-49A6-814A-90523C05A440}" destId="{804EDFD4-3A69-4923-AE85-0F8304A3CC56}" srcOrd="0" destOrd="0" presId="urn:microsoft.com/office/officeart/2005/8/layout/vList3"/>
    <dgm:cxn modelId="{34B904D0-66EF-4230-94C7-A65C4E05B068}" type="presParOf" srcId="{49605F2F-CB56-4C9B-ABB0-032440A1EA7B}" destId="{1259CF97-415C-45D3-996A-522AC078CD7E}" srcOrd="0" destOrd="0" presId="urn:microsoft.com/office/officeart/2005/8/layout/vList3"/>
    <dgm:cxn modelId="{9FB391EE-3207-4D1F-863A-DF2E9B1DA894}" type="presParOf" srcId="{1259CF97-415C-45D3-996A-522AC078CD7E}" destId="{FCBFB72F-5CE1-4223-A22C-197952B15C62}" srcOrd="0" destOrd="0" presId="urn:microsoft.com/office/officeart/2005/8/layout/vList3"/>
    <dgm:cxn modelId="{743DDA32-8AB8-4AAF-AB0F-3ADB0DDB0CDE}" type="presParOf" srcId="{1259CF97-415C-45D3-996A-522AC078CD7E}" destId="{E89B2E53-F2CE-45CC-B8D1-57B46165441B}" srcOrd="1" destOrd="0" presId="urn:microsoft.com/office/officeart/2005/8/layout/vList3"/>
    <dgm:cxn modelId="{2ADC41C4-D385-4031-92CA-D811A4D3FD1D}" type="presParOf" srcId="{49605F2F-CB56-4C9B-ABB0-032440A1EA7B}" destId="{D01F1EC4-EA54-468F-83A7-263C2441A229}" srcOrd="1" destOrd="0" presId="urn:microsoft.com/office/officeart/2005/8/layout/vList3"/>
    <dgm:cxn modelId="{12369149-22BD-4FD7-96E4-E4A26C2FA3AF}" type="presParOf" srcId="{49605F2F-CB56-4C9B-ABB0-032440A1EA7B}" destId="{8DB24A18-E298-4CF5-8FDF-08AB3248ED79}" srcOrd="2" destOrd="0" presId="urn:microsoft.com/office/officeart/2005/8/layout/vList3"/>
    <dgm:cxn modelId="{771BC1BA-6377-403A-B4E8-860489807AC5}" type="presParOf" srcId="{8DB24A18-E298-4CF5-8FDF-08AB3248ED79}" destId="{196B6791-0FDD-453A-986F-8FCE5DAA951F}" srcOrd="0" destOrd="0" presId="urn:microsoft.com/office/officeart/2005/8/layout/vList3"/>
    <dgm:cxn modelId="{D119A268-8499-430D-A5EA-AA8A4C052C3F}" type="presParOf" srcId="{8DB24A18-E298-4CF5-8FDF-08AB3248ED79}" destId="{329B93D1-19FE-4DBE-B821-77DC1D8C8D20}" srcOrd="1" destOrd="0" presId="urn:microsoft.com/office/officeart/2005/8/layout/vList3"/>
    <dgm:cxn modelId="{CCA53A9C-D9A4-49CB-BC44-FF613D5A4D96}" type="presParOf" srcId="{49605F2F-CB56-4C9B-ABB0-032440A1EA7B}" destId="{8E7479F1-098D-4F2A-9B9B-99192C022429}" srcOrd="3" destOrd="0" presId="urn:microsoft.com/office/officeart/2005/8/layout/vList3"/>
    <dgm:cxn modelId="{CCE8D59A-AC07-44D5-B83A-6968DB7BD227}" type="presParOf" srcId="{49605F2F-CB56-4C9B-ABB0-032440A1EA7B}" destId="{30FE9C5D-5F72-47EE-9B61-882742ACF916}" srcOrd="4" destOrd="0" presId="urn:microsoft.com/office/officeart/2005/8/layout/vList3"/>
    <dgm:cxn modelId="{F307DBF0-5B90-43FA-8AE5-3DA90BF0A72F}" type="presParOf" srcId="{30FE9C5D-5F72-47EE-9B61-882742ACF916}" destId="{9BC97F3E-AAAF-423B-AA10-79DB8482BE01}" srcOrd="0" destOrd="0" presId="urn:microsoft.com/office/officeart/2005/8/layout/vList3"/>
    <dgm:cxn modelId="{6671C11D-A7A7-4880-9FEA-B6ACAC004931}" type="presParOf" srcId="{30FE9C5D-5F72-47EE-9B61-882742ACF916}" destId="{804EDFD4-3A69-4923-AE85-0F8304A3CC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0BD191-1944-49BA-90E2-FA21D1CA2950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1" csCatId="colorful" phldr="1"/>
      <dgm:spPr/>
    </dgm:pt>
    <dgm:pt modelId="{7B9E1176-2DB0-4626-B947-93B2C5A199CF}">
      <dgm:prSet phldrT="[Text]"/>
      <dgm:spPr/>
      <dgm:t>
        <a:bodyPr/>
        <a:lstStyle/>
        <a:p>
          <a:r>
            <a:rPr lang="en-US" dirty="0"/>
            <a:t>Insert</a:t>
          </a:r>
        </a:p>
      </dgm:t>
    </dgm:pt>
    <dgm:pt modelId="{75B81267-2987-43BC-807F-BFDD4BEE660B}" type="parTrans" cxnId="{1FD9EC1F-3510-40C2-A96C-247C8D9BBA66}">
      <dgm:prSet/>
      <dgm:spPr/>
      <dgm:t>
        <a:bodyPr/>
        <a:lstStyle/>
        <a:p>
          <a:endParaRPr lang="en-US"/>
        </a:p>
      </dgm:t>
    </dgm:pt>
    <dgm:pt modelId="{ABC63D72-F8CE-4B79-8D3A-9384420DDFC8}" type="sibTrans" cxnId="{1FD9EC1F-3510-40C2-A96C-247C8D9BBA66}">
      <dgm:prSet/>
      <dgm:spPr/>
      <dgm:t>
        <a:bodyPr/>
        <a:lstStyle/>
        <a:p>
          <a:endParaRPr lang="en-US"/>
        </a:p>
      </dgm:t>
    </dgm:pt>
    <dgm:pt modelId="{504D74BA-3C64-41F5-AD9C-AEC28F8C169F}">
      <dgm:prSet phldrT="[Text]"/>
      <dgm:spPr/>
      <dgm:t>
        <a:bodyPr/>
        <a:lstStyle/>
        <a:p>
          <a:r>
            <a:rPr lang="en-US" dirty="0"/>
            <a:t>Format</a:t>
          </a:r>
        </a:p>
      </dgm:t>
    </dgm:pt>
    <dgm:pt modelId="{1AB98E17-A97A-4BD9-9817-48D8FB705055}" type="parTrans" cxnId="{A250B54B-D419-4D7E-9CF8-396DFD56612C}">
      <dgm:prSet/>
      <dgm:spPr/>
      <dgm:t>
        <a:bodyPr/>
        <a:lstStyle/>
        <a:p>
          <a:endParaRPr lang="en-US"/>
        </a:p>
      </dgm:t>
    </dgm:pt>
    <dgm:pt modelId="{DECBF718-0A99-4E0E-9C80-BAA374B56954}" type="sibTrans" cxnId="{A250B54B-D419-4D7E-9CF8-396DFD56612C}">
      <dgm:prSet/>
      <dgm:spPr/>
      <dgm:t>
        <a:bodyPr/>
        <a:lstStyle/>
        <a:p>
          <a:endParaRPr lang="en-US"/>
        </a:p>
      </dgm:t>
    </dgm:pt>
    <dgm:pt modelId="{F8DBB368-638D-412A-A40D-1F899B9382B2}">
      <dgm:prSet phldrT="[Text]"/>
      <dgm:spPr/>
      <dgm:t>
        <a:bodyPr/>
        <a:lstStyle/>
        <a:p>
          <a:r>
            <a:rPr lang="en-US" dirty="0"/>
            <a:t>Align</a:t>
          </a:r>
        </a:p>
      </dgm:t>
    </dgm:pt>
    <dgm:pt modelId="{37678024-C871-4ECF-8E18-CA30737445A4}" type="parTrans" cxnId="{61A54FA3-2911-4C88-9191-800F7EDD32FB}">
      <dgm:prSet/>
      <dgm:spPr/>
      <dgm:t>
        <a:bodyPr/>
        <a:lstStyle/>
        <a:p>
          <a:endParaRPr lang="en-US"/>
        </a:p>
      </dgm:t>
    </dgm:pt>
    <dgm:pt modelId="{0DBFC043-F88B-4FE3-B8F3-D40167B9D7DB}" type="sibTrans" cxnId="{61A54FA3-2911-4C88-9191-800F7EDD32FB}">
      <dgm:prSet/>
      <dgm:spPr/>
      <dgm:t>
        <a:bodyPr/>
        <a:lstStyle/>
        <a:p>
          <a:endParaRPr lang="en-US"/>
        </a:p>
      </dgm:t>
    </dgm:pt>
    <dgm:pt modelId="{4F84A504-73BC-4D99-9C25-931B3F3FBB83}" type="pres">
      <dgm:prSet presAssocID="{150BD191-1944-49BA-90E2-FA21D1CA2950}" presName="Name0" presStyleCnt="0">
        <dgm:presLayoutVars>
          <dgm:chMax val="7"/>
          <dgm:dir/>
          <dgm:resizeHandles val="exact"/>
        </dgm:presLayoutVars>
      </dgm:prSet>
      <dgm:spPr/>
    </dgm:pt>
    <dgm:pt modelId="{1FA44DE6-20CB-4CFB-9909-E015B9996B29}" type="pres">
      <dgm:prSet presAssocID="{150BD191-1944-49BA-90E2-FA21D1CA2950}" presName="ellipse1" presStyleLbl="vennNode1" presStyleIdx="0" presStyleCnt="3">
        <dgm:presLayoutVars>
          <dgm:bulletEnabled val="1"/>
        </dgm:presLayoutVars>
      </dgm:prSet>
      <dgm:spPr/>
    </dgm:pt>
    <dgm:pt modelId="{B0D9117D-04E1-4072-8B06-C9068AFE129A}" type="pres">
      <dgm:prSet presAssocID="{150BD191-1944-49BA-90E2-FA21D1CA2950}" presName="ellipse2" presStyleLbl="vennNode1" presStyleIdx="1" presStyleCnt="3">
        <dgm:presLayoutVars>
          <dgm:bulletEnabled val="1"/>
        </dgm:presLayoutVars>
      </dgm:prSet>
      <dgm:spPr/>
    </dgm:pt>
    <dgm:pt modelId="{E67C21DA-3BD6-4187-A5CB-72B0EA8204F6}" type="pres">
      <dgm:prSet presAssocID="{150BD191-1944-49BA-90E2-FA21D1CA2950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D8306606-FE0B-46B8-9959-C0E244FAE9B0}" type="presOf" srcId="{150BD191-1944-49BA-90E2-FA21D1CA2950}" destId="{4F84A504-73BC-4D99-9C25-931B3F3FBB83}" srcOrd="0" destOrd="0" presId="urn:microsoft.com/office/officeart/2005/8/layout/rings+Icon"/>
    <dgm:cxn modelId="{1FD9EC1F-3510-40C2-A96C-247C8D9BBA66}" srcId="{150BD191-1944-49BA-90E2-FA21D1CA2950}" destId="{7B9E1176-2DB0-4626-B947-93B2C5A199CF}" srcOrd="0" destOrd="0" parTransId="{75B81267-2987-43BC-807F-BFDD4BEE660B}" sibTransId="{ABC63D72-F8CE-4B79-8D3A-9384420DDFC8}"/>
    <dgm:cxn modelId="{CC738246-DEEA-41B5-838C-0EBAFD0CD20F}" type="presOf" srcId="{504D74BA-3C64-41F5-AD9C-AEC28F8C169F}" destId="{B0D9117D-04E1-4072-8B06-C9068AFE129A}" srcOrd="0" destOrd="0" presId="urn:microsoft.com/office/officeart/2005/8/layout/rings+Icon"/>
    <dgm:cxn modelId="{A250B54B-D419-4D7E-9CF8-396DFD56612C}" srcId="{150BD191-1944-49BA-90E2-FA21D1CA2950}" destId="{504D74BA-3C64-41F5-AD9C-AEC28F8C169F}" srcOrd="1" destOrd="0" parTransId="{1AB98E17-A97A-4BD9-9817-48D8FB705055}" sibTransId="{DECBF718-0A99-4E0E-9C80-BAA374B56954}"/>
    <dgm:cxn modelId="{61A54FA3-2911-4C88-9191-800F7EDD32FB}" srcId="{150BD191-1944-49BA-90E2-FA21D1CA2950}" destId="{F8DBB368-638D-412A-A40D-1F899B9382B2}" srcOrd="2" destOrd="0" parTransId="{37678024-C871-4ECF-8E18-CA30737445A4}" sibTransId="{0DBFC043-F88B-4FE3-B8F3-D40167B9D7DB}"/>
    <dgm:cxn modelId="{FA2843C6-2186-4356-8472-E6EE87374B9D}" type="presOf" srcId="{7B9E1176-2DB0-4626-B947-93B2C5A199CF}" destId="{1FA44DE6-20CB-4CFB-9909-E015B9996B29}" srcOrd="0" destOrd="0" presId="urn:microsoft.com/office/officeart/2005/8/layout/rings+Icon"/>
    <dgm:cxn modelId="{FE63A1F8-6AB7-4048-B860-C314D1AA32F3}" type="presOf" srcId="{F8DBB368-638D-412A-A40D-1F899B9382B2}" destId="{E67C21DA-3BD6-4187-A5CB-72B0EA8204F6}" srcOrd="0" destOrd="0" presId="urn:microsoft.com/office/officeart/2005/8/layout/rings+Icon"/>
    <dgm:cxn modelId="{7BAF3928-1799-4E26-8ADD-DF556E658BC4}" type="presParOf" srcId="{4F84A504-73BC-4D99-9C25-931B3F3FBB83}" destId="{1FA44DE6-20CB-4CFB-9909-E015B9996B29}" srcOrd="0" destOrd="0" presId="urn:microsoft.com/office/officeart/2005/8/layout/rings+Icon"/>
    <dgm:cxn modelId="{830CB04B-B03E-495C-848B-8B7ABEEACF2D}" type="presParOf" srcId="{4F84A504-73BC-4D99-9C25-931B3F3FBB83}" destId="{B0D9117D-04E1-4072-8B06-C9068AFE129A}" srcOrd="1" destOrd="0" presId="urn:microsoft.com/office/officeart/2005/8/layout/rings+Icon"/>
    <dgm:cxn modelId="{26C7A04F-56CB-42EC-8682-9E1B38A39248}" type="presParOf" srcId="{4F84A504-73BC-4D99-9C25-931B3F3FBB83}" destId="{E67C21DA-3BD6-4187-A5CB-72B0EA8204F6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4" csCatId="colorful" phldr="1"/>
      <dgm:spPr/>
    </dgm:pt>
    <dgm:pt modelId="{47E6203D-5919-4B85-AE8B-5ECB986E1067}">
      <dgm:prSet phldrT="[Text]"/>
      <dgm:spPr/>
      <dgm:t>
        <a:bodyPr/>
        <a:lstStyle/>
        <a:p>
          <a:r>
            <a:rPr lang="en-US" dirty="0"/>
            <a:t>Header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/>
      <dgm:spPr/>
      <dgm:t>
        <a:bodyPr/>
        <a:lstStyle/>
        <a:p>
          <a:r>
            <a:rPr lang="en-US" dirty="0"/>
            <a:t>Merging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43452CEC-C9E2-4D66-9A5D-27D0BC8F7C60}">
      <dgm:prSet phldrT="[Text]"/>
      <dgm:spPr/>
      <dgm:t>
        <a:bodyPr/>
        <a:lstStyle/>
        <a:p>
          <a:r>
            <a:rPr lang="en-US" dirty="0"/>
            <a:t>Row</a:t>
          </a:r>
        </a:p>
      </dgm:t>
    </dgm:pt>
    <dgm:pt modelId="{A5628A27-3A6A-4806-8EF2-66B2DBED153F}" type="parTrans" cxnId="{CD94DDCF-B76D-4BCF-9ADB-DF4BF552BE91}">
      <dgm:prSet/>
      <dgm:spPr/>
      <dgm:t>
        <a:bodyPr/>
        <a:lstStyle/>
        <a:p>
          <a:endParaRPr lang="en-US"/>
        </a:p>
      </dgm:t>
    </dgm:pt>
    <dgm:pt modelId="{9215B47B-53B2-4D1A-836D-69BFF3F2BA24}" type="sibTrans" cxnId="{CD94DDCF-B76D-4BCF-9ADB-DF4BF552BE91}">
      <dgm:prSet/>
      <dgm:spPr/>
      <dgm:t>
        <a:bodyPr/>
        <a:lstStyle/>
        <a:p>
          <a:endParaRPr lang="en-US"/>
        </a:p>
      </dgm:t>
    </dgm:pt>
    <dgm:pt modelId="{EB4DC87A-17CF-4489-9295-B48ADFFC824F}">
      <dgm:prSet phldrT="[Text]"/>
      <dgm:spPr/>
      <dgm:t>
        <a:bodyPr/>
        <a:lstStyle/>
        <a:p>
          <a:r>
            <a:rPr lang="en-US" dirty="0"/>
            <a:t>Nested</a:t>
          </a:r>
        </a:p>
      </dgm:t>
    </dgm:pt>
    <dgm:pt modelId="{7807D94A-3533-4708-96D6-02F5347D27F0}" type="parTrans" cxnId="{0E8660EA-341B-4524-B232-D5B9A4B5DAE9}">
      <dgm:prSet/>
      <dgm:spPr/>
      <dgm:t>
        <a:bodyPr/>
        <a:lstStyle/>
        <a:p>
          <a:endParaRPr lang="en-US"/>
        </a:p>
      </dgm:t>
    </dgm:pt>
    <dgm:pt modelId="{D5D6CD61-006C-48F7-9D5A-F7A09BEA4215}" type="sibTrans" cxnId="{0E8660EA-341B-4524-B232-D5B9A4B5DAE9}">
      <dgm:prSet/>
      <dgm:spPr/>
      <dgm:t>
        <a:bodyPr/>
        <a:lstStyle/>
        <a:p>
          <a:endParaRPr lang="en-US"/>
        </a:p>
      </dgm:t>
    </dgm:pt>
    <dgm:pt modelId="{2A18A885-C26F-40E2-AE60-A8D62F9AD25D}">
      <dgm:prSet phldrT="[Text]"/>
      <dgm:spPr/>
      <dgm:t>
        <a:bodyPr/>
        <a:lstStyle/>
        <a:p>
          <a:r>
            <a:rPr lang="en-US" dirty="0"/>
            <a:t>Column</a:t>
          </a:r>
        </a:p>
      </dgm:t>
    </dgm:pt>
    <dgm:pt modelId="{9DBC90AB-39B0-4122-BDBF-8B7D1F2F9EF0}" type="parTrans" cxnId="{12F87264-ED6E-4659-9D55-D58E974C9528}">
      <dgm:prSet/>
      <dgm:spPr/>
      <dgm:t>
        <a:bodyPr/>
        <a:lstStyle/>
        <a:p>
          <a:endParaRPr lang="en-US"/>
        </a:p>
      </dgm:t>
    </dgm:pt>
    <dgm:pt modelId="{7CC1B6A5-D33A-4060-8319-2DC3D2C0E1DB}" type="sibTrans" cxnId="{12F87264-ED6E-4659-9D55-D58E974C9528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5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5">
        <dgm:presLayoutVars>
          <dgm:bulletEnabled val="1"/>
        </dgm:presLayoutVars>
      </dgm:prSet>
      <dgm:spPr/>
    </dgm:pt>
    <dgm:pt modelId="{F6F30E5F-8D6C-4A97-A2D4-DC079124C96A}" type="pres">
      <dgm:prSet presAssocID="{95EDB679-861F-42DE-BBC9-CEA7109DB563}" presName="ellipse3" presStyleLbl="vennNode1" presStyleIdx="2" presStyleCnt="5">
        <dgm:presLayoutVars>
          <dgm:bulletEnabled val="1"/>
        </dgm:presLayoutVars>
      </dgm:prSet>
      <dgm:spPr/>
    </dgm:pt>
    <dgm:pt modelId="{F5ACDD82-2EAA-4E14-9BB6-0E4CF43D37E0}" type="pres">
      <dgm:prSet presAssocID="{95EDB679-861F-42DE-BBC9-CEA7109DB563}" presName="ellipse4" presStyleLbl="vennNode1" presStyleIdx="3" presStyleCnt="5">
        <dgm:presLayoutVars>
          <dgm:bulletEnabled val="1"/>
        </dgm:presLayoutVars>
      </dgm:prSet>
      <dgm:spPr/>
    </dgm:pt>
    <dgm:pt modelId="{CD0E5251-E504-45C7-A325-7D085622F920}" type="pres">
      <dgm:prSet presAssocID="{95EDB679-861F-42DE-BBC9-CEA7109DB563}" presName="ellipse5" presStyleLbl="vennNode1" presStyleIdx="4" presStyleCnt="5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56695727-BF42-480D-A6A2-A2FF3D28B3BE}" type="presOf" srcId="{CB9010F5-F833-4E22-8856-88B56EDDA438}" destId="{D5D5C5B0-4DA2-4727-9176-90CB8EFF6E3B}" srcOrd="0" destOrd="0" presId="urn:microsoft.com/office/officeart/2005/8/layout/rings+Icon"/>
    <dgm:cxn modelId="{12F87264-ED6E-4659-9D55-D58E974C9528}" srcId="{95EDB679-861F-42DE-BBC9-CEA7109DB563}" destId="{2A18A885-C26F-40E2-AE60-A8D62F9AD25D}" srcOrd="4" destOrd="0" parTransId="{9DBC90AB-39B0-4122-BDBF-8B7D1F2F9EF0}" sibTransId="{7CC1B6A5-D33A-4060-8319-2DC3D2C0E1DB}"/>
    <dgm:cxn modelId="{F4B5254C-D1C8-4424-80FA-070A7F22BE03}" type="presOf" srcId="{95EDB679-861F-42DE-BBC9-CEA7109DB563}" destId="{560E2DAA-23E6-461B-97B1-83566367E02A}" srcOrd="0" destOrd="0" presId="urn:microsoft.com/office/officeart/2005/8/layout/rings+Icon"/>
    <dgm:cxn modelId="{2BE40085-010B-493C-BAB7-E8C5B14B5E20}" type="presOf" srcId="{43452CEC-C9E2-4D66-9A5D-27D0BC8F7C60}" destId="{F6F30E5F-8D6C-4A97-A2D4-DC079124C96A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8D698696-3983-4EF0-BF66-7F2BC3EC694A}" type="presOf" srcId="{47E6203D-5919-4B85-AE8B-5ECB986E1067}" destId="{5C160B0A-22B1-434D-99B2-0212D17B018F}" srcOrd="0" destOrd="0" presId="urn:microsoft.com/office/officeart/2005/8/layout/rings+Icon"/>
    <dgm:cxn modelId="{CD94DDCF-B76D-4BCF-9ADB-DF4BF552BE91}" srcId="{95EDB679-861F-42DE-BBC9-CEA7109DB563}" destId="{43452CEC-C9E2-4D66-9A5D-27D0BC8F7C60}" srcOrd="2" destOrd="0" parTransId="{A5628A27-3A6A-4806-8EF2-66B2DBED153F}" sibTransId="{9215B47B-53B2-4D1A-836D-69BFF3F2BA24}"/>
    <dgm:cxn modelId="{466BEBE4-0B57-43D6-886D-96971252EDE4}" type="presOf" srcId="{EB4DC87A-17CF-4489-9295-B48ADFFC824F}" destId="{F5ACDD82-2EAA-4E14-9BB6-0E4CF43D37E0}" srcOrd="0" destOrd="0" presId="urn:microsoft.com/office/officeart/2005/8/layout/rings+Icon"/>
    <dgm:cxn modelId="{FA300BEA-DE09-4305-9845-5EC6384910D0}" type="presOf" srcId="{2A18A885-C26F-40E2-AE60-A8D62F9AD25D}" destId="{CD0E5251-E504-45C7-A325-7D085622F920}" srcOrd="0" destOrd="0" presId="urn:microsoft.com/office/officeart/2005/8/layout/rings+Icon"/>
    <dgm:cxn modelId="{0E8660EA-341B-4524-B232-D5B9A4B5DAE9}" srcId="{95EDB679-861F-42DE-BBC9-CEA7109DB563}" destId="{EB4DC87A-17CF-4489-9295-B48ADFFC824F}" srcOrd="3" destOrd="0" parTransId="{7807D94A-3533-4708-96D6-02F5347D27F0}" sibTransId="{D5D6CD61-006C-48F7-9D5A-F7A09BEA4215}"/>
    <dgm:cxn modelId="{3B71C8B6-F93E-4DAE-9F03-C8E98EFE0F3A}" type="presParOf" srcId="{560E2DAA-23E6-461B-97B1-83566367E02A}" destId="{5C160B0A-22B1-434D-99B2-0212D17B018F}" srcOrd="0" destOrd="0" presId="urn:microsoft.com/office/officeart/2005/8/layout/rings+Icon"/>
    <dgm:cxn modelId="{161CF6B8-3030-42F7-A09F-8638B224BB9D}" type="presParOf" srcId="{560E2DAA-23E6-461B-97B1-83566367E02A}" destId="{D5D5C5B0-4DA2-4727-9176-90CB8EFF6E3B}" srcOrd="1" destOrd="0" presId="urn:microsoft.com/office/officeart/2005/8/layout/rings+Icon"/>
    <dgm:cxn modelId="{06CD2A8D-1AE1-44B7-9843-DBD955D9C1D7}" type="presParOf" srcId="{560E2DAA-23E6-461B-97B1-83566367E02A}" destId="{F6F30E5F-8D6C-4A97-A2D4-DC079124C96A}" srcOrd="2" destOrd="0" presId="urn:microsoft.com/office/officeart/2005/8/layout/rings+Icon"/>
    <dgm:cxn modelId="{DC0D1D85-CB9C-45BB-A24C-93505A0F2666}" type="presParOf" srcId="{560E2DAA-23E6-461B-97B1-83566367E02A}" destId="{F5ACDD82-2EAA-4E14-9BB6-0E4CF43D37E0}" srcOrd="3" destOrd="0" presId="urn:microsoft.com/office/officeart/2005/8/layout/rings+Icon"/>
    <dgm:cxn modelId="{40465EF2-1ACD-4673-8C05-736146042750}" type="presParOf" srcId="{560E2DAA-23E6-461B-97B1-83566367E02A}" destId="{CD0E5251-E504-45C7-A325-7D085622F920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1" csCatId="colorful" phldr="1"/>
      <dgm:spPr/>
    </dgm:pt>
    <dgm:pt modelId="{47E6203D-5919-4B85-AE8B-5ECB986E1067}">
      <dgm:prSet phldrT="[Text]"/>
      <dgm:spPr/>
      <dgm:t>
        <a:bodyPr/>
        <a:lstStyle/>
        <a:p>
          <a:r>
            <a:rPr lang="en-US" dirty="0"/>
            <a:t>Font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/>
      <dgm:spPr/>
      <dgm:t>
        <a:bodyPr/>
        <a:lstStyle/>
        <a:p>
          <a:r>
            <a:rPr lang="en-US" dirty="0"/>
            <a:t>Alignment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43452CEC-C9E2-4D66-9A5D-27D0BC8F7C60}">
      <dgm:prSet phldrT="[Text]"/>
      <dgm:spPr/>
      <dgm:t>
        <a:bodyPr/>
        <a:lstStyle/>
        <a:p>
          <a:r>
            <a:rPr lang="en-US" dirty="0"/>
            <a:t>Style</a:t>
          </a:r>
        </a:p>
      </dgm:t>
    </dgm:pt>
    <dgm:pt modelId="{A5628A27-3A6A-4806-8EF2-66B2DBED153F}" type="parTrans" cxnId="{CD94DDCF-B76D-4BCF-9ADB-DF4BF552BE91}">
      <dgm:prSet/>
      <dgm:spPr/>
      <dgm:t>
        <a:bodyPr/>
        <a:lstStyle/>
        <a:p>
          <a:endParaRPr lang="en-US"/>
        </a:p>
      </dgm:t>
    </dgm:pt>
    <dgm:pt modelId="{9215B47B-53B2-4D1A-836D-69BFF3F2BA24}" type="sibTrans" cxnId="{CD94DDCF-B76D-4BCF-9ADB-DF4BF552BE91}">
      <dgm:prSet/>
      <dgm:spPr/>
      <dgm:t>
        <a:bodyPr/>
        <a:lstStyle/>
        <a:p>
          <a:endParaRPr lang="en-US"/>
        </a:p>
      </dgm:t>
    </dgm:pt>
    <dgm:pt modelId="{EB4DC87A-17CF-4489-9295-B48ADFFC824F}">
      <dgm:prSet phldrT="[Text]"/>
      <dgm:spPr/>
      <dgm:t>
        <a:bodyPr/>
        <a:lstStyle/>
        <a:p>
          <a:r>
            <a:rPr lang="en-US" dirty="0"/>
            <a:t>Border</a:t>
          </a:r>
        </a:p>
      </dgm:t>
    </dgm:pt>
    <dgm:pt modelId="{7807D94A-3533-4708-96D6-02F5347D27F0}" type="parTrans" cxnId="{0E8660EA-341B-4524-B232-D5B9A4B5DAE9}">
      <dgm:prSet/>
      <dgm:spPr/>
      <dgm:t>
        <a:bodyPr/>
        <a:lstStyle/>
        <a:p>
          <a:endParaRPr lang="en-US"/>
        </a:p>
      </dgm:t>
    </dgm:pt>
    <dgm:pt modelId="{D5D6CD61-006C-48F7-9D5A-F7A09BEA4215}" type="sibTrans" cxnId="{0E8660EA-341B-4524-B232-D5B9A4B5DAE9}">
      <dgm:prSet/>
      <dgm:spPr/>
      <dgm:t>
        <a:bodyPr/>
        <a:lstStyle/>
        <a:p>
          <a:endParaRPr lang="en-US"/>
        </a:p>
      </dgm:t>
    </dgm:pt>
    <dgm:pt modelId="{2A18A885-C26F-40E2-AE60-A8D62F9AD25D}">
      <dgm:prSet phldrT="[Text]"/>
      <dgm:spPr/>
      <dgm:t>
        <a:bodyPr/>
        <a:lstStyle/>
        <a:p>
          <a:r>
            <a:rPr lang="en-US" dirty="0"/>
            <a:t>Spacing</a:t>
          </a:r>
        </a:p>
      </dgm:t>
    </dgm:pt>
    <dgm:pt modelId="{9DBC90AB-39B0-4122-BDBF-8B7D1F2F9EF0}" type="parTrans" cxnId="{12F87264-ED6E-4659-9D55-D58E974C9528}">
      <dgm:prSet/>
      <dgm:spPr/>
      <dgm:t>
        <a:bodyPr/>
        <a:lstStyle/>
        <a:p>
          <a:endParaRPr lang="en-US"/>
        </a:p>
      </dgm:t>
    </dgm:pt>
    <dgm:pt modelId="{7CC1B6A5-D33A-4060-8319-2DC3D2C0E1DB}" type="sibTrans" cxnId="{12F87264-ED6E-4659-9D55-D58E974C9528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5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5">
        <dgm:presLayoutVars>
          <dgm:bulletEnabled val="1"/>
        </dgm:presLayoutVars>
      </dgm:prSet>
      <dgm:spPr/>
    </dgm:pt>
    <dgm:pt modelId="{F6F30E5F-8D6C-4A97-A2D4-DC079124C96A}" type="pres">
      <dgm:prSet presAssocID="{95EDB679-861F-42DE-BBC9-CEA7109DB563}" presName="ellipse3" presStyleLbl="vennNode1" presStyleIdx="2" presStyleCnt="5">
        <dgm:presLayoutVars>
          <dgm:bulletEnabled val="1"/>
        </dgm:presLayoutVars>
      </dgm:prSet>
      <dgm:spPr/>
    </dgm:pt>
    <dgm:pt modelId="{F5ACDD82-2EAA-4E14-9BB6-0E4CF43D37E0}" type="pres">
      <dgm:prSet presAssocID="{95EDB679-861F-42DE-BBC9-CEA7109DB563}" presName="ellipse4" presStyleLbl="vennNode1" presStyleIdx="3" presStyleCnt="5">
        <dgm:presLayoutVars>
          <dgm:bulletEnabled val="1"/>
        </dgm:presLayoutVars>
      </dgm:prSet>
      <dgm:spPr/>
    </dgm:pt>
    <dgm:pt modelId="{CD0E5251-E504-45C7-A325-7D085622F920}" type="pres">
      <dgm:prSet presAssocID="{95EDB679-861F-42DE-BBC9-CEA7109DB563}" presName="ellipse5" presStyleLbl="vennNode1" presStyleIdx="4" presStyleCnt="5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3283BF3E-17F0-4C78-9C16-07BC2D3062E1}" type="presOf" srcId="{2A18A885-C26F-40E2-AE60-A8D62F9AD25D}" destId="{CD0E5251-E504-45C7-A325-7D085622F920}" srcOrd="0" destOrd="0" presId="urn:microsoft.com/office/officeart/2005/8/layout/rings+Icon"/>
    <dgm:cxn modelId="{12F87264-ED6E-4659-9D55-D58E974C9528}" srcId="{95EDB679-861F-42DE-BBC9-CEA7109DB563}" destId="{2A18A885-C26F-40E2-AE60-A8D62F9AD25D}" srcOrd="4" destOrd="0" parTransId="{9DBC90AB-39B0-4122-BDBF-8B7D1F2F9EF0}" sibTransId="{7CC1B6A5-D33A-4060-8319-2DC3D2C0E1DB}"/>
    <dgm:cxn modelId="{E5219759-E1EE-46AF-951A-A5C247FBE61B}" type="presOf" srcId="{CB9010F5-F833-4E22-8856-88B56EDDA438}" destId="{D5D5C5B0-4DA2-4727-9176-90CB8EFF6E3B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5EC510A9-5063-4AC8-9E0F-2EB435A656A3}" type="presOf" srcId="{43452CEC-C9E2-4D66-9A5D-27D0BC8F7C60}" destId="{F6F30E5F-8D6C-4A97-A2D4-DC079124C96A}" srcOrd="0" destOrd="0" presId="urn:microsoft.com/office/officeart/2005/8/layout/rings+Icon"/>
    <dgm:cxn modelId="{A5160CAF-3519-4850-B826-D32EE647F351}" type="presOf" srcId="{EB4DC87A-17CF-4489-9295-B48ADFFC824F}" destId="{F5ACDD82-2EAA-4E14-9BB6-0E4CF43D37E0}" srcOrd="0" destOrd="0" presId="urn:microsoft.com/office/officeart/2005/8/layout/rings+Icon"/>
    <dgm:cxn modelId="{CD94DDCF-B76D-4BCF-9ADB-DF4BF552BE91}" srcId="{95EDB679-861F-42DE-BBC9-CEA7109DB563}" destId="{43452CEC-C9E2-4D66-9A5D-27D0BC8F7C60}" srcOrd="2" destOrd="0" parTransId="{A5628A27-3A6A-4806-8EF2-66B2DBED153F}" sibTransId="{9215B47B-53B2-4D1A-836D-69BFF3F2BA24}"/>
    <dgm:cxn modelId="{FB2073E1-3073-422E-AA1C-29D34E68F5CE}" type="presOf" srcId="{95EDB679-861F-42DE-BBC9-CEA7109DB563}" destId="{560E2DAA-23E6-461B-97B1-83566367E02A}" srcOrd="0" destOrd="0" presId="urn:microsoft.com/office/officeart/2005/8/layout/rings+Icon"/>
    <dgm:cxn modelId="{477F63E5-DB50-4930-90DF-AC011D05E755}" type="presOf" srcId="{47E6203D-5919-4B85-AE8B-5ECB986E1067}" destId="{5C160B0A-22B1-434D-99B2-0212D17B018F}" srcOrd="0" destOrd="0" presId="urn:microsoft.com/office/officeart/2005/8/layout/rings+Icon"/>
    <dgm:cxn modelId="{0E8660EA-341B-4524-B232-D5B9A4B5DAE9}" srcId="{95EDB679-861F-42DE-BBC9-CEA7109DB563}" destId="{EB4DC87A-17CF-4489-9295-B48ADFFC824F}" srcOrd="3" destOrd="0" parTransId="{7807D94A-3533-4708-96D6-02F5347D27F0}" sibTransId="{D5D6CD61-006C-48F7-9D5A-F7A09BEA4215}"/>
    <dgm:cxn modelId="{B968F96E-0571-441C-8499-1FA27D48A220}" type="presParOf" srcId="{560E2DAA-23E6-461B-97B1-83566367E02A}" destId="{5C160B0A-22B1-434D-99B2-0212D17B018F}" srcOrd="0" destOrd="0" presId="urn:microsoft.com/office/officeart/2005/8/layout/rings+Icon"/>
    <dgm:cxn modelId="{3B614048-8876-4A3B-9E8D-787AE91B0AA8}" type="presParOf" srcId="{560E2DAA-23E6-461B-97B1-83566367E02A}" destId="{D5D5C5B0-4DA2-4727-9176-90CB8EFF6E3B}" srcOrd="1" destOrd="0" presId="urn:microsoft.com/office/officeart/2005/8/layout/rings+Icon"/>
    <dgm:cxn modelId="{1A6837E1-A365-4310-BB07-711B90EDD218}" type="presParOf" srcId="{560E2DAA-23E6-461B-97B1-83566367E02A}" destId="{F6F30E5F-8D6C-4A97-A2D4-DC079124C96A}" srcOrd="2" destOrd="0" presId="urn:microsoft.com/office/officeart/2005/8/layout/rings+Icon"/>
    <dgm:cxn modelId="{70307AF5-8C64-4DD6-851E-D55B46D04629}" type="presParOf" srcId="{560E2DAA-23E6-461B-97B1-83566367E02A}" destId="{F5ACDD82-2EAA-4E14-9BB6-0E4CF43D37E0}" srcOrd="3" destOrd="0" presId="urn:microsoft.com/office/officeart/2005/8/layout/rings+Icon"/>
    <dgm:cxn modelId="{F76A534B-B523-4ABD-8D47-B32398F01A58}" type="presParOf" srcId="{560E2DAA-23E6-461B-97B1-83566367E02A}" destId="{CD0E5251-E504-45C7-A325-7D085622F920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3721204-0536-4839-AC1A-329372B6E07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201AF8B-18A5-4C5C-BA72-7A97497CF591}">
      <dgm:prSet phldrT="[Text]"/>
      <dgm:spPr/>
      <dgm:t>
        <a:bodyPr/>
        <a:lstStyle/>
        <a:p>
          <a:r>
            <a:rPr lang="en-US" dirty="0"/>
            <a:t>Textbox</a:t>
          </a:r>
        </a:p>
      </dgm:t>
    </dgm:pt>
    <dgm:pt modelId="{4B1F8070-4EBA-4ACE-93D3-D843C543E425}" type="parTrans" cxnId="{0031E256-8AE9-42B3-86CB-43B178617138}">
      <dgm:prSet/>
      <dgm:spPr/>
      <dgm:t>
        <a:bodyPr/>
        <a:lstStyle/>
        <a:p>
          <a:endParaRPr lang="en-US"/>
        </a:p>
      </dgm:t>
    </dgm:pt>
    <dgm:pt modelId="{04D10BEE-FDE1-4C44-BE64-2DD08D4C19D5}" type="sibTrans" cxnId="{0031E256-8AE9-42B3-86CB-43B178617138}">
      <dgm:prSet/>
      <dgm:spPr/>
      <dgm:t>
        <a:bodyPr/>
        <a:lstStyle/>
        <a:p>
          <a:endParaRPr lang="en-US"/>
        </a:p>
      </dgm:t>
    </dgm:pt>
    <dgm:pt modelId="{D4C3B3AF-086D-462D-8385-64606477AF36}">
      <dgm:prSet phldrT="[Text]"/>
      <dgm:spPr/>
      <dgm:t>
        <a:bodyPr/>
        <a:lstStyle/>
        <a:p>
          <a:r>
            <a:rPr lang="en-US" dirty="0"/>
            <a:t>Password</a:t>
          </a:r>
        </a:p>
      </dgm:t>
    </dgm:pt>
    <dgm:pt modelId="{AF77232D-3438-4446-86FA-D84D944D36B2}" type="parTrans" cxnId="{E5624B7C-A715-4814-931E-E4DA196F23F9}">
      <dgm:prSet/>
      <dgm:spPr/>
      <dgm:t>
        <a:bodyPr/>
        <a:lstStyle/>
        <a:p>
          <a:endParaRPr lang="en-US"/>
        </a:p>
      </dgm:t>
    </dgm:pt>
    <dgm:pt modelId="{65CB7267-9018-4C5A-AEC4-13B99B400073}" type="sibTrans" cxnId="{E5624B7C-A715-4814-931E-E4DA196F23F9}">
      <dgm:prSet/>
      <dgm:spPr/>
      <dgm:t>
        <a:bodyPr/>
        <a:lstStyle/>
        <a:p>
          <a:endParaRPr lang="en-US"/>
        </a:p>
      </dgm:t>
    </dgm:pt>
    <dgm:pt modelId="{E427FE99-A000-467C-8B3C-3D07AEAB010C}">
      <dgm:prSet phldrT="[Text]"/>
      <dgm:spPr/>
      <dgm:t>
        <a:bodyPr/>
        <a:lstStyle/>
        <a:p>
          <a:r>
            <a:rPr lang="en-US" dirty="0"/>
            <a:t>Hidden</a:t>
          </a:r>
        </a:p>
      </dgm:t>
    </dgm:pt>
    <dgm:pt modelId="{A37A8C80-580C-4264-B243-E77E53AB8209}" type="parTrans" cxnId="{E47DD4BE-6D19-47D5-B568-AC5EB3239EB5}">
      <dgm:prSet/>
      <dgm:spPr/>
      <dgm:t>
        <a:bodyPr/>
        <a:lstStyle/>
        <a:p>
          <a:endParaRPr lang="en-US"/>
        </a:p>
      </dgm:t>
    </dgm:pt>
    <dgm:pt modelId="{8788506D-8855-472D-9FE5-CB108B5D8F0A}" type="sibTrans" cxnId="{E47DD4BE-6D19-47D5-B568-AC5EB3239EB5}">
      <dgm:prSet/>
      <dgm:spPr/>
      <dgm:t>
        <a:bodyPr/>
        <a:lstStyle/>
        <a:p>
          <a:endParaRPr lang="en-US"/>
        </a:p>
      </dgm:t>
    </dgm:pt>
    <dgm:pt modelId="{1E4D1B55-C33E-4ADC-AB42-304CDA0E4041}">
      <dgm:prSet phldrT="[Text]"/>
      <dgm:spPr/>
      <dgm:t>
        <a:bodyPr/>
        <a:lstStyle/>
        <a:p>
          <a:r>
            <a:rPr lang="en-US" dirty="0"/>
            <a:t>Checkbox</a:t>
          </a:r>
        </a:p>
      </dgm:t>
    </dgm:pt>
    <dgm:pt modelId="{25F59E6F-2C87-44E1-AF8D-45716657735F}" type="parTrans" cxnId="{31FFE5B9-2F74-40CF-A808-8A1E81BA9185}">
      <dgm:prSet/>
      <dgm:spPr/>
      <dgm:t>
        <a:bodyPr/>
        <a:lstStyle/>
        <a:p>
          <a:endParaRPr lang="en-US"/>
        </a:p>
      </dgm:t>
    </dgm:pt>
    <dgm:pt modelId="{B65CCF22-4B98-435E-90F7-08CA36ACA7C2}" type="sibTrans" cxnId="{31FFE5B9-2F74-40CF-A808-8A1E81BA9185}">
      <dgm:prSet/>
      <dgm:spPr/>
      <dgm:t>
        <a:bodyPr/>
        <a:lstStyle/>
        <a:p>
          <a:endParaRPr lang="en-US"/>
        </a:p>
      </dgm:t>
    </dgm:pt>
    <dgm:pt modelId="{73600991-C49C-490A-B192-AFA97709306F}">
      <dgm:prSet phldrT="[Text]"/>
      <dgm:spPr/>
      <dgm:t>
        <a:bodyPr/>
        <a:lstStyle/>
        <a:p>
          <a:r>
            <a:rPr lang="en-US" dirty="0"/>
            <a:t>Radio button</a:t>
          </a:r>
        </a:p>
      </dgm:t>
    </dgm:pt>
    <dgm:pt modelId="{711421DE-C68D-4E56-BDBF-7774444834B9}" type="parTrans" cxnId="{C3D8AFAD-C332-4A6B-8262-8C6FEB0621EC}">
      <dgm:prSet/>
      <dgm:spPr/>
      <dgm:t>
        <a:bodyPr/>
        <a:lstStyle/>
        <a:p>
          <a:endParaRPr lang="en-US"/>
        </a:p>
      </dgm:t>
    </dgm:pt>
    <dgm:pt modelId="{BE9CDA47-3B93-4E9F-B28E-C6DAAD1FF2D7}" type="sibTrans" cxnId="{C3D8AFAD-C332-4A6B-8262-8C6FEB0621EC}">
      <dgm:prSet/>
      <dgm:spPr/>
      <dgm:t>
        <a:bodyPr/>
        <a:lstStyle/>
        <a:p>
          <a:endParaRPr lang="en-US"/>
        </a:p>
      </dgm:t>
    </dgm:pt>
    <dgm:pt modelId="{86913A1C-9BBF-48B6-80BA-D9B1EA0C8E2C}">
      <dgm:prSet phldrT="[Text]"/>
      <dgm:spPr/>
      <dgm:t>
        <a:bodyPr/>
        <a:lstStyle/>
        <a:p>
          <a:r>
            <a:rPr lang="en-US" dirty="0"/>
            <a:t>Button</a:t>
          </a:r>
        </a:p>
      </dgm:t>
    </dgm:pt>
    <dgm:pt modelId="{D48AB940-42F3-489D-AB24-F39E3B6AD6C7}" type="parTrans" cxnId="{2311CF97-01F9-4D74-8C11-18100223E7A3}">
      <dgm:prSet/>
      <dgm:spPr/>
      <dgm:t>
        <a:bodyPr/>
        <a:lstStyle/>
        <a:p>
          <a:endParaRPr lang="en-US"/>
        </a:p>
      </dgm:t>
    </dgm:pt>
    <dgm:pt modelId="{DA72EEDA-F682-4233-B67D-3641AB3EA987}" type="sibTrans" cxnId="{2311CF97-01F9-4D74-8C11-18100223E7A3}">
      <dgm:prSet/>
      <dgm:spPr/>
      <dgm:t>
        <a:bodyPr/>
        <a:lstStyle/>
        <a:p>
          <a:endParaRPr lang="en-US"/>
        </a:p>
      </dgm:t>
    </dgm:pt>
    <dgm:pt modelId="{7CE52761-B972-414E-B3EE-0DBB3358F1B0}">
      <dgm:prSet phldrT="[Text]"/>
      <dgm:spPr/>
      <dgm:t>
        <a:bodyPr/>
        <a:lstStyle/>
        <a:p>
          <a:r>
            <a:rPr lang="en-US" dirty="0"/>
            <a:t>Submit</a:t>
          </a:r>
        </a:p>
      </dgm:t>
    </dgm:pt>
    <dgm:pt modelId="{9F39F552-5B83-4254-8D5D-DEE88D28B247}" type="parTrans" cxnId="{D7EAA6DE-ED97-43AD-BE6E-B8D78B7855DB}">
      <dgm:prSet/>
      <dgm:spPr/>
      <dgm:t>
        <a:bodyPr/>
        <a:lstStyle/>
        <a:p>
          <a:endParaRPr lang="en-US"/>
        </a:p>
      </dgm:t>
    </dgm:pt>
    <dgm:pt modelId="{1F51FE12-FD8F-423A-8CE0-6ABCEC3361F1}" type="sibTrans" cxnId="{D7EAA6DE-ED97-43AD-BE6E-B8D78B7855DB}">
      <dgm:prSet/>
      <dgm:spPr/>
      <dgm:t>
        <a:bodyPr/>
        <a:lstStyle/>
        <a:p>
          <a:endParaRPr lang="en-US"/>
        </a:p>
      </dgm:t>
    </dgm:pt>
    <dgm:pt modelId="{2C8DC6ED-550E-4186-8C12-B358659922DD}">
      <dgm:prSet phldrT="[Text]"/>
      <dgm:spPr/>
      <dgm:t>
        <a:bodyPr/>
        <a:lstStyle/>
        <a:p>
          <a:r>
            <a:rPr lang="en-US" dirty="0"/>
            <a:t>Reset</a:t>
          </a:r>
        </a:p>
      </dgm:t>
    </dgm:pt>
    <dgm:pt modelId="{982E25F2-D87D-4F52-9B81-01F20D0F7B16}" type="parTrans" cxnId="{A82726A4-3A35-4362-B60E-BD8AFA78D7AB}">
      <dgm:prSet/>
      <dgm:spPr/>
      <dgm:t>
        <a:bodyPr/>
        <a:lstStyle/>
        <a:p>
          <a:endParaRPr lang="en-US"/>
        </a:p>
      </dgm:t>
    </dgm:pt>
    <dgm:pt modelId="{DE0A0A65-8D9B-40CD-886D-F2F486265FAC}" type="sibTrans" cxnId="{A82726A4-3A35-4362-B60E-BD8AFA78D7AB}">
      <dgm:prSet/>
      <dgm:spPr/>
      <dgm:t>
        <a:bodyPr/>
        <a:lstStyle/>
        <a:p>
          <a:endParaRPr lang="en-US"/>
        </a:p>
      </dgm:t>
    </dgm:pt>
    <dgm:pt modelId="{F28D78C1-FFCC-44BC-B549-2FEAB8E3E824}">
      <dgm:prSet phldrT="[Text]"/>
      <dgm:spPr/>
      <dgm:t>
        <a:bodyPr/>
        <a:lstStyle/>
        <a:p>
          <a:r>
            <a:rPr lang="en-US" dirty="0"/>
            <a:t>Image Button</a:t>
          </a:r>
        </a:p>
      </dgm:t>
    </dgm:pt>
    <dgm:pt modelId="{179FD85F-3EEB-46F3-B2C2-781812B2EE32}" type="parTrans" cxnId="{263992E0-D8EC-4655-B6CF-D37B145C6784}">
      <dgm:prSet/>
      <dgm:spPr/>
      <dgm:t>
        <a:bodyPr/>
        <a:lstStyle/>
        <a:p>
          <a:endParaRPr lang="en-US"/>
        </a:p>
      </dgm:t>
    </dgm:pt>
    <dgm:pt modelId="{365D16F6-ACE2-40FE-95E8-84E083D5DF63}" type="sibTrans" cxnId="{263992E0-D8EC-4655-B6CF-D37B145C6784}">
      <dgm:prSet/>
      <dgm:spPr/>
      <dgm:t>
        <a:bodyPr/>
        <a:lstStyle/>
        <a:p>
          <a:endParaRPr lang="en-US"/>
        </a:p>
      </dgm:t>
    </dgm:pt>
    <dgm:pt modelId="{C0F12B5B-4590-4D72-AF35-28AB8FDCE3C1}">
      <dgm:prSet phldrT="[Text]"/>
      <dgm:spPr/>
      <dgm:t>
        <a:bodyPr/>
        <a:lstStyle/>
        <a:p>
          <a:r>
            <a:rPr lang="en-US" dirty="0"/>
            <a:t>Text Area</a:t>
          </a:r>
        </a:p>
      </dgm:t>
    </dgm:pt>
    <dgm:pt modelId="{7025DF21-63FC-4CE8-AFD4-8A7545CEF34C}" type="parTrans" cxnId="{CA4F5764-983B-4DF2-ABC7-5E58C585C884}">
      <dgm:prSet/>
      <dgm:spPr/>
      <dgm:t>
        <a:bodyPr/>
        <a:lstStyle/>
        <a:p>
          <a:endParaRPr lang="en-US"/>
        </a:p>
      </dgm:t>
    </dgm:pt>
    <dgm:pt modelId="{66C499B5-7AFE-4469-8AE7-51C664A442D3}" type="sibTrans" cxnId="{CA4F5764-983B-4DF2-ABC7-5E58C585C884}">
      <dgm:prSet/>
      <dgm:spPr/>
      <dgm:t>
        <a:bodyPr/>
        <a:lstStyle/>
        <a:p>
          <a:endParaRPr lang="en-US"/>
        </a:p>
      </dgm:t>
    </dgm:pt>
    <dgm:pt modelId="{F519E83A-AE5C-4505-AEAC-7E46CE4FCC69}">
      <dgm:prSet phldrT="[Text]"/>
      <dgm:spPr/>
      <dgm:t>
        <a:bodyPr/>
        <a:lstStyle/>
        <a:p>
          <a:r>
            <a:rPr lang="en-US" dirty="0"/>
            <a:t>Dropdown List</a:t>
          </a:r>
        </a:p>
      </dgm:t>
    </dgm:pt>
    <dgm:pt modelId="{7538A322-DA4E-4E0D-B880-E4C1478E3C0D}" type="parTrans" cxnId="{904BA66A-D509-4551-9394-1DD38BB0E684}">
      <dgm:prSet/>
      <dgm:spPr/>
      <dgm:t>
        <a:bodyPr/>
        <a:lstStyle/>
        <a:p>
          <a:endParaRPr lang="en-US"/>
        </a:p>
      </dgm:t>
    </dgm:pt>
    <dgm:pt modelId="{65553EDC-05CF-4709-B99D-44A2C0763E1C}" type="sibTrans" cxnId="{904BA66A-D509-4551-9394-1DD38BB0E684}">
      <dgm:prSet/>
      <dgm:spPr/>
      <dgm:t>
        <a:bodyPr/>
        <a:lstStyle/>
        <a:p>
          <a:endParaRPr lang="en-US"/>
        </a:p>
      </dgm:t>
    </dgm:pt>
    <dgm:pt modelId="{BFBDA04A-F631-4742-9B50-904E04A7EA24}">
      <dgm:prSet phldrT="[Text]"/>
      <dgm:spPr/>
      <dgm:t>
        <a:bodyPr/>
        <a:lstStyle/>
        <a:p>
          <a:r>
            <a:rPr lang="en-US"/>
            <a:t>File </a:t>
          </a:r>
          <a:r>
            <a:rPr lang="en-US" dirty="0"/>
            <a:t>Loader</a:t>
          </a:r>
        </a:p>
      </dgm:t>
    </dgm:pt>
    <dgm:pt modelId="{B4057C7A-4D9A-432B-B215-913C7772E1EC}" type="parTrans" cxnId="{63AB3541-C52B-46D8-B332-77347CBE0AA5}">
      <dgm:prSet/>
      <dgm:spPr/>
      <dgm:t>
        <a:bodyPr/>
        <a:lstStyle/>
        <a:p>
          <a:endParaRPr lang="en-US"/>
        </a:p>
      </dgm:t>
    </dgm:pt>
    <dgm:pt modelId="{0824DC84-BDE2-47F7-B533-318EC68AD79E}" type="sibTrans" cxnId="{63AB3541-C52B-46D8-B332-77347CBE0AA5}">
      <dgm:prSet/>
      <dgm:spPr/>
      <dgm:t>
        <a:bodyPr/>
        <a:lstStyle/>
        <a:p>
          <a:endParaRPr lang="en-US"/>
        </a:p>
      </dgm:t>
    </dgm:pt>
    <dgm:pt modelId="{71D05037-638F-4B68-A4A7-78569B04E9E1}" type="pres">
      <dgm:prSet presAssocID="{A3721204-0536-4839-AC1A-329372B6E07B}" presName="diagram" presStyleCnt="0">
        <dgm:presLayoutVars>
          <dgm:dir/>
          <dgm:resizeHandles val="exact"/>
        </dgm:presLayoutVars>
      </dgm:prSet>
      <dgm:spPr/>
    </dgm:pt>
    <dgm:pt modelId="{52798CDB-19F1-483D-A60A-3ACC410B56F6}" type="pres">
      <dgm:prSet presAssocID="{0201AF8B-18A5-4C5C-BA72-7A97497CF591}" presName="node" presStyleLbl="node1" presStyleIdx="0" presStyleCnt="12">
        <dgm:presLayoutVars>
          <dgm:bulletEnabled val="1"/>
        </dgm:presLayoutVars>
      </dgm:prSet>
      <dgm:spPr/>
    </dgm:pt>
    <dgm:pt modelId="{156B717D-CECA-4F36-B003-DA12F5424B6F}" type="pres">
      <dgm:prSet presAssocID="{04D10BEE-FDE1-4C44-BE64-2DD08D4C19D5}" presName="sibTrans" presStyleCnt="0"/>
      <dgm:spPr/>
    </dgm:pt>
    <dgm:pt modelId="{AFF611B1-4BEB-4A39-83A0-65E57F4D981F}" type="pres">
      <dgm:prSet presAssocID="{D4C3B3AF-086D-462D-8385-64606477AF36}" presName="node" presStyleLbl="node1" presStyleIdx="1" presStyleCnt="12">
        <dgm:presLayoutVars>
          <dgm:bulletEnabled val="1"/>
        </dgm:presLayoutVars>
      </dgm:prSet>
      <dgm:spPr/>
    </dgm:pt>
    <dgm:pt modelId="{D3FE7941-1CC5-428B-A709-9B4278608697}" type="pres">
      <dgm:prSet presAssocID="{65CB7267-9018-4C5A-AEC4-13B99B400073}" presName="sibTrans" presStyleCnt="0"/>
      <dgm:spPr/>
    </dgm:pt>
    <dgm:pt modelId="{ED0DCB62-9266-4069-A6E8-1FDBFC442ECA}" type="pres">
      <dgm:prSet presAssocID="{E427FE99-A000-467C-8B3C-3D07AEAB010C}" presName="node" presStyleLbl="node1" presStyleIdx="2" presStyleCnt="12">
        <dgm:presLayoutVars>
          <dgm:bulletEnabled val="1"/>
        </dgm:presLayoutVars>
      </dgm:prSet>
      <dgm:spPr/>
    </dgm:pt>
    <dgm:pt modelId="{50265A67-289E-409F-B5A2-953ED2AD4696}" type="pres">
      <dgm:prSet presAssocID="{8788506D-8855-472D-9FE5-CB108B5D8F0A}" presName="sibTrans" presStyleCnt="0"/>
      <dgm:spPr/>
    </dgm:pt>
    <dgm:pt modelId="{75BD41C8-F266-4286-AE82-02A63839BA79}" type="pres">
      <dgm:prSet presAssocID="{1E4D1B55-C33E-4ADC-AB42-304CDA0E4041}" presName="node" presStyleLbl="node1" presStyleIdx="3" presStyleCnt="12">
        <dgm:presLayoutVars>
          <dgm:bulletEnabled val="1"/>
        </dgm:presLayoutVars>
      </dgm:prSet>
      <dgm:spPr/>
    </dgm:pt>
    <dgm:pt modelId="{017A86CD-BC85-4CFB-B64E-FED3029A05A2}" type="pres">
      <dgm:prSet presAssocID="{B65CCF22-4B98-435E-90F7-08CA36ACA7C2}" presName="sibTrans" presStyleCnt="0"/>
      <dgm:spPr/>
    </dgm:pt>
    <dgm:pt modelId="{283695E3-2B13-4A4C-B7A1-347FBA357582}" type="pres">
      <dgm:prSet presAssocID="{73600991-C49C-490A-B192-AFA97709306F}" presName="node" presStyleLbl="node1" presStyleIdx="4" presStyleCnt="12">
        <dgm:presLayoutVars>
          <dgm:bulletEnabled val="1"/>
        </dgm:presLayoutVars>
      </dgm:prSet>
      <dgm:spPr/>
    </dgm:pt>
    <dgm:pt modelId="{48C5BB77-01E3-4264-907F-2463B8848A17}" type="pres">
      <dgm:prSet presAssocID="{BE9CDA47-3B93-4E9F-B28E-C6DAAD1FF2D7}" presName="sibTrans" presStyleCnt="0"/>
      <dgm:spPr/>
    </dgm:pt>
    <dgm:pt modelId="{DF007019-A9CD-419D-88D9-4A2A9FCFE3DD}" type="pres">
      <dgm:prSet presAssocID="{86913A1C-9BBF-48B6-80BA-D9B1EA0C8E2C}" presName="node" presStyleLbl="node1" presStyleIdx="5" presStyleCnt="12">
        <dgm:presLayoutVars>
          <dgm:bulletEnabled val="1"/>
        </dgm:presLayoutVars>
      </dgm:prSet>
      <dgm:spPr/>
    </dgm:pt>
    <dgm:pt modelId="{C90255E6-46B8-418D-A464-20D477000604}" type="pres">
      <dgm:prSet presAssocID="{DA72EEDA-F682-4233-B67D-3641AB3EA987}" presName="sibTrans" presStyleCnt="0"/>
      <dgm:spPr/>
    </dgm:pt>
    <dgm:pt modelId="{1C19010C-7A66-43EC-AD2F-455C6EB2F046}" type="pres">
      <dgm:prSet presAssocID="{7CE52761-B972-414E-B3EE-0DBB3358F1B0}" presName="node" presStyleLbl="node1" presStyleIdx="6" presStyleCnt="12">
        <dgm:presLayoutVars>
          <dgm:bulletEnabled val="1"/>
        </dgm:presLayoutVars>
      </dgm:prSet>
      <dgm:spPr/>
    </dgm:pt>
    <dgm:pt modelId="{75477EFE-DCB4-4347-98B1-5C0383371F9A}" type="pres">
      <dgm:prSet presAssocID="{1F51FE12-FD8F-423A-8CE0-6ABCEC3361F1}" presName="sibTrans" presStyleCnt="0"/>
      <dgm:spPr/>
    </dgm:pt>
    <dgm:pt modelId="{766BDA6B-0DEB-461D-BA2C-07326786670A}" type="pres">
      <dgm:prSet presAssocID="{2C8DC6ED-550E-4186-8C12-B358659922DD}" presName="node" presStyleLbl="node1" presStyleIdx="7" presStyleCnt="12">
        <dgm:presLayoutVars>
          <dgm:bulletEnabled val="1"/>
        </dgm:presLayoutVars>
      </dgm:prSet>
      <dgm:spPr/>
    </dgm:pt>
    <dgm:pt modelId="{9DD414BD-99EF-4669-BCF2-98BF2074AF78}" type="pres">
      <dgm:prSet presAssocID="{DE0A0A65-8D9B-40CD-886D-F2F486265FAC}" presName="sibTrans" presStyleCnt="0"/>
      <dgm:spPr/>
    </dgm:pt>
    <dgm:pt modelId="{70E81097-E244-4C9D-85C6-4F1081334AFA}" type="pres">
      <dgm:prSet presAssocID="{F28D78C1-FFCC-44BC-B549-2FEAB8E3E824}" presName="node" presStyleLbl="node1" presStyleIdx="8" presStyleCnt="12">
        <dgm:presLayoutVars>
          <dgm:bulletEnabled val="1"/>
        </dgm:presLayoutVars>
      </dgm:prSet>
      <dgm:spPr/>
    </dgm:pt>
    <dgm:pt modelId="{BC4FAA23-7440-4C89-91C0-E506C6FC2BEA}" type="pres">
      <dgm:prSet presAssocID="{365D16F6-ACE2-40FE-95E8-84E083D5DF63}" presName="sibTrans" presStyleCnt="0"/>
      <dgm:spPr/>
    </dgm:pt>
    <dgm:pt modelId="{5A8F4090-48A0-46C7-BB93-B56EDE762F41}" type="pres">
      <dgm:prSet presAssocID="{C0F12B5B-4590-4D72-AF35-28AB8FDCE3C1}" presName="node" presStyleLbl="node1" presStyleIdx="9" presStyleCnt="12">
        <dgm:presLayoutVars>
          <dgm:bulletEnabled val="1"/>
        </dgm:presLayoutVars>
      </dgm:prSet>
      <dgm:spPr/>
    </dgm:pt>
    <dgm:pt modelId="{ADC0D1D9-4821-4FD1-A9DC-13680BFD7622}" type="pres">
      <dgm:prSet presAssocID="{66C499B5-7AFE-4469-8AE7-51C664A442D3}" presName="sibTrans" presStyleCnt="0"/>
      <dgm:spPr/>
    </dgm:pt>
    <dgm:pt modelId="{1E1F2E0A-7803-44BC-932A-8BF23863110F}" type="pres">
      <dgm:prSet presAssocID="{F519E83A-AE5C-4505-AEAC-7E46CE4FCC69}" presName="node" presStyleLbl="node1" presStyleIdx="10" presStyleCnt="12">
        <dgm:presLayoutVars>
          <dgm:bulletEnabled val="1"/>
        </dgm:presLayoutVars>
      </dgm:prSet>
      <dgm:spPr/>
    </dgm:pt>
    <dgm:pt modelId="{22F5AC0F-AA5E-4803-A108-7AB860E17FD4}" type="pres">
      <dgm:prSet presAssocID="{65553EDC-05CF-4709-B99D-44A2C0763E1C}" presName="sibTrans" presStyleCnt="0"/>
      <dgm:spPr/>
    </dgm:pt>
    <dgm:pt modelId="{A25861C0-6AA5-41F6-8B62-99A566779058}" type="pres">
      <dgm:prSet presAssocID="{BFBDA04A-F631-4742-9B50-904E04A7EA2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31B83000-D0D1-4CB9-8AA7-234F3B0BD16F}" type="presOf" srcId="{D4C3B3AF-086D-462D-8385-64606477AF36}" destId="{AFF611B1-4BEB-4A39-83A0-65E57F4D981F}" srcOrd="0" destOrd="0" presId="urn:microsoft.com/office/officeart/2005/8/layout/default"/>
    <dgm:cxn modelId="{D4001431-32B9-400E-8A09-552EA935028C}" type="presOf" srcId="{1E4D1B55-C33E-4ADC-AB42-304CDA0E4041}" destId="{75BD41C8-F266-4286-AE82-02A63839BA79}" srcOrd="0" destOrd="0" presId="urn:microsoft.com/office/officeart/2005/8/layout/default"/>
    <dgm:cxn modelId="{A2661633-E4A2-4BE3-BF36-2B93125426F4}" type="presOf" srcId="{E427FE99-A000-467C-8B3C-3D07AEAB010C}" destId="{ED0DCB62-9266-4069-A6E8-1FDBFC442ECA}" srcOrd="0" destOrd="0" presId="urn:microsoft.com/office/officeart/2005/8/layout/default"/>
    <dgm:cxn modelId="{58E5F633-3228-4DDC-B77C-DEA323856BDA}" type="presOf" srcId="{7CE52761-B972-414E-B3EE-0DBB3358F1B0}" destId="{1C19010C-7A66-43EC-AD2F-455C6EB2F046}" srcOrd="0" destOrd="0" presId="urn:microsoft.com/office/officeart/2005/8/layout/default"/>
    <dgm:cxn modelId="{63AB3541-C52B-46D8-B332-77347CBE0AA5}" srcId="{A3721204-0536-4839-AC1A-329372B6E07B}" destId="{BFBDA04A-F631-4742-9B50-904E04A7EA24}" srcOrd="11" destOrd="0" parTransId="{B4057C7A-4D9A-432B-B215-913C7772E1EC}" sibTransId="{0824DC84-BDE2-47F7-B533-318EC68AD79E}"/>
    <dgm:cxn modelId="{E6867461-C4F3-4A23-B69C-3ED33E4E5A03}" type="presOf" srcId="{86913A1C-9BBF-48B6-80BA-D9B1EA0C8E2C}" destId="{DF007019-A9CD-419D-88D9-4A2A9FCFE3DD}" srcOrd="0" destOrd="0" presId="urn:microsoft.com/office/officeart/2005/8/layout/default"/>
    <dgm:cxn modelId="{CA4F5764-983B-4DF2-ABC7-5E58C585C884}" srcId="{A3721204-0536-4839-AC1A-329372B6E07B}" destId="{C0F12B5B-4590-4D72-AF35-28AB8FDCE3C1}" srcOrd="9" destOrd="0" parTransId="{7025DF21-63FC-4CE8-AFD4-8A7545CEF34C}" sibTransId="{66C499B5-7AFE-4469-8AE7-51C664A442D3}"/>
    <dgm:cxn modelId="{4640A664-2089-4A6D-9BE6-5C2001FA52F8}" type="presOf" srcId="{A3721204-0536-4839-AC1A-329372B6E07B}" destId="{71D05037-638F-4B68-A4A7-78569B04E9E1}" srcOrd="0" destOrd="0" presId="urn:microsoft.com/office/officeart/2005/8/layout/default"/>
    <dgm:cxn modelId="{904BA66A-D509-4551-9394-1DD38BB0E684}" srcId="{A3721204-0536-4839-AC1A-329372B6E07B}" destId="{F519E83A-AE5C-4505-AEAC-7E46CE4FCC69}" srcOrd="10" destOrd="0" parTransId="{7538A322-DA4E-4E0D-B880-E4C1478E3C0D}" sibTransId="{65553EDC-05CF-4709-B99D-44A2C0763E1C}"/>
    <dgm:cxn modelId="{C3C5B56D-2183-4CE4-ACE5-728DC71E5020}" type="presOf" srcId="{C0F12B5B-4590-4D72-AF35-28AB8FDCE3C1}" destId="{5A8F4090-48A0-46C7-BB93-B56EDE762F41}" srcOrd="0" destOrd="0" presId="urn:microsoft.com/office/officeart/2005/8/layout/default"/>
    <dgm:cxn modelId="{0031E256-8AE9-42B3-86CB-43B178617138}" srcId="{A3721204-0536-4839-AC1A-329372B6E07B}" destId="{0201AF8B-18A5-4C5C-BA72-7A97497CF591}" srcOrd="0" destOrd="0" parTransId="{4B1F8070-4EBA-4ACE-93D3-D843C543E425}" sibTransId="{04D10BEE-FDE1-4C44-BE64-2DD08D4C19D5}"/>
    <dgm:cxn modelId="{03995959-7E79-4F73-9511-750B62484491}" type="presOf" srcId="{F519E83A-AE5C-4505-AEAC-7E46CE4FCC69}" destId="{1E1F2E0A-7803-44BC-932A-8BF23863110F}" srcOrd="0" destOrd="0" presId="urn:microsoft.com/office/officeart/2005/8/layout/default"/>
    <dgm:cxn modelId="{E5624B7C-A715-4814-931E-E4DA196F23F9}" srcId="{A3721204-0536-4839-AC1A-329372B6E07B}" destId="{D4C3B3AF-086D-462D-8385-64606477AF36}" srcOrd="1" destOrd="0" parTransId="{AF77232D-3438-4446-86FA-D84D944D36B2}" sibTransId="{65CB7267-9018-4C5A-AEC4-13B99B400073}"/>
    <dgm:cxn modelId="{A9AD8C7C-EFE8-45A4-AC10-1A13730EA737}" type="presOf" srcId="{73600991-C49C-490A-B192-AFA97709306F}" destId="{283695E3-2B13-4A4C-B7A1-347FBA357582}" srcOrd="0" destOrd="0" presId="urn:microsoft.com/office/officeart/2005/8/layout/default"/>
    <dgm:cxn modelId="{7529FB94-541B-45E3-9777-7CB46DE93D34}" type="presOf" srcId="{2C8DC6ED-550E-4186-8C12-B358659922DD}" destId="{766BDA6B-0DEB-461D-BA2C-07326786670A}" srcOrd="0" destOrd="0" presId="urn:microsoft.com/office/officeart/2005/8/layout/default"/>
    <dgm:cxn modelId="{2311CF97-01F9-4D74-8C11-18100223E7A3}" srcId="{A3721204-0536-4839-AC1A-329372B6E07B}" destId="{86913A1C-9BBF-48B6-80BA-D9B1EA0C8E2C}" srcOrd="5" destOrd="0" parTransId="{D48AB940-42F3-489D-AB24-F39E3B6AD6C7}" sibTransId="{DA72EEDA-F682-4233-B67D-3641AB3EA987}"/>
    <dgm:cxn modelId="{F1E67E9D-9629-434F-8FE7-78269EDFB56F}" type="presOf" srcId="{F28D78C1-FFCC-44BC-B549-2FEAB8E3E824}" destId="{70E81097-E244-4C9D-85C6-4F1081334AFA}" srcOrd="0" destOrd="0" presId="urn:microsoft.com/office/officeart/2005/8/layout/default"/>
    <dgm:cxn modelId="{A82726A4-3A35-4362-B60E-BD8AFA78D7AB}" srcId="{A3721204-0536-4839-AC1A-329372B6E07B}" destId="{2C8DC6ED-550E-4186-8C12-B358659922DD}" srcOrd="7" destOrd="0" parTransId="{982E25F2-D87D-4F52-9B81-01F20D0F7B16}" sibTransId="{DE0A0A65-8D9B-40CD-886D-F2F486265FAC}"/>
    <dgm:cxn modelId="{6151A1A6-AF28-4EDC-A42B-FBE03FF27AAB}" type="presOf" srcId="{0201AF8B-18A5-4C5C-BA72-7A97497CF591}" destId="{52798CDB-19F1-483D-A60A-3ACC410B56F6}" srcOrd="0" destOrd="0" presId="urn:microsoft.com/office/officeart/2005/8/layout/default"/>
    <dgm:cxn modelId="{C3D8AFAD-C332-4A6B-8262-8C6FEB0621EC}" srcId="{A3721204-0536-4839-AC1A-329372B6E07B}" destId="{73600991-C49C-490A-B192-AFA97709306F}" srcOrd="4" destOrd="0" parTransId="{711421DE-C68D-4E56-BDBF-7774444834B9}" sibTransId="{BE9CDA47-3B93-4E9F-B28E-C6DAAD1FF2D7}"/>
    <dgm:cxn modelId="{31FFE5B9-2F74-40CF-A808-8A1E81BA9185}" srcId="{A3721204-0536-4839-AC1A-329372B6E07B}" destId="{1E4D1B55-C33E-4ADC-AB42-304CDA0E4041}" srcOrd="3" destOrd="0" parTransId="{25F59E6F-2C87-44E1-AF8D-45716657735F}" sibTransId="{B65CCF22-4B98-435E-90F7-08CA36ACA7C2}"/>
    <dgm:cxn modelId="{E47DD4BE-6D19-47D5-B568-AC5EB3239EB5}" srcId="{A3721204-0536-4839-AC1A-329372B6E07B}" destId="{E427FE99-A000-467C-8B3C-3D07AEAB010C}" srcOrd="2" destOrd="0" parTransId="{A37A8C80-580C-4264-B243-E77E53AB8209}" sibTransId="{8788506D-8855-472D-9FE5-CB108B5D8F0A}"/>
    <dgm:cxn modelId="{1FA208D7-49DF-42E1-A43B-0773C0FF7907}" type="presOf" srcId="{BFBDA04A-F631-4742-9B50-904E04A7EA24}" destId="{A25861C0-6AA5-41F6-8B62-99A566779058}" srcOrd="0" destOrd="0" presId="urn:microsoft.com/office/officeart/2005/8/layout/default"/>
    <dgm:cxn modelId="{D7EAA6DE-ED97-43AD-BE6E-B8D78B7855DB}" srcId="{A3721204-0536-4839-AC1A-329372B6E07B}" destId="{7CE52761-B972-414E-B3EE-0DBB3358F1B0}" srcOrd="6" destOrd="0" parTransId="{9F39F552-5B83-4254-8D5D-DEE88D28B247}" sibTransId="{1F51FE12-FD8F-423A-8CE0-6ABCEC3361F1}"/>
    <dgm:cxn modelId="{263992E0-D8EC-4655-B6CF-D37B145C6784}" srcId="{A3721204-0536-4839-AC1A-329372B6E07B}" destId="{F28D78C1-FFCC-44BC-B549-2FEAB8E3E824}" srcOrd="8" destOrd="0" parTransId="{179FD85F-3EEB-46F3-B2C2-781812B2EE32}" sibTransId="{365D16F6-ACE2-40FE-95E8-84E083D5DF63}"/>
    <dgm:cxn modelId="{211E2258-1BEF-4C4A-827A-A9FB49DBE030}" type="presParOf" srcId="{71D05037-638F-4B68-A4A7-78569B04E9E1}" destId="{52798CDB-19F1-483D-A60A-3ACC410B56F6}" srcOrd="0" destOrd="0" presId="urn:microsoft.com/office/officeart/2005/8/layout/default"/>
    <dgm:cxn modelId="{4DDAF131-32A4-43F6-9FBE-5C1D2ACA8A28}" type="presParOf" srcId="{71D05037-638F-4B68-A4A7-78569B04E9E1}" destId="{156B717D-CECA-4F36-B003-DA12F5424B6F}" srcOrd="1" destOrd="0" presId="urn:microsoft.com/office/officeart/2005/8/layout/default"/>
    <dgm:cxn modelId="{BC14A433-A0F4-4E09-8A7F-370AFB509FE0}" type="presParOf" srcId="{71D05037-638F-4B68-A4A7-78569B04E9E1}" destId="{AFF611B1-4BEB-4A39-83A0-65E57F4D981F}" srcOrd="2" destOrd="0" presId="urn:microsoft.com/office/officeart/2005/8/layout/default"/>
    <dgm:cxn modelId="{A94D2FE0-5AFC-41E6-A50A-EA6E8A863FC7}" type="presParOf" srcId="{71D05037-638F-4B68-A4A7-78569B04E9E1}" destId="{D3FE7941-1CC5-428B-A709-9B4278608697}" srcOrd="3" destOrd="0" presId="urn:microsoft.com/office/officeart/2005/8/layout/default"/>
    <dgm:cxn modelId="{EBEB2BBC-9551-4B9D-999A-E41D1D6F4CB9}" type="presParOf" srcId="{71D05037-638F-4B68-A4A7-78569B04E9E1}" destId="{ED0DCB62-9266-4069-A6E8-1FDBFC442ECA}" srcOrd="4" destOrd="0" presId="urn:microsoft.com/office/officeart/2005/8/layout/default"/>
    <dgm:cxn modelId="{8D6E38F1-9FF8-4FD2-9BBB-511F8C91114D}" type="presParOf" srcId="{71D05037-638F-4B68-A4A7-78569B04E9E1}" destId="{50265A67-289E-409F-B5A2-953ED2AD4696}" srcOrd="5" destOrd="0" presId="urn:microsoft.com/office/officeart/2005/8/layout/default"/>
    <dgm:cxn modelId="{32BFDFD6-857C-4967-87F4-68BE2CF11BD3}" type="presParOf" srcId="{71D05037-638F-4B68-A4A7-78569B04E9E1}" destId="{75BD41C8-F266-4286-AE82-02A63839BA79}" srcOrd="6" destOrd="0" presId="urn:microsoft.com/office/officeart/2005/8/layout/default"/>
    <dgm:cxn modelId="{91292EF1-07B0-4737-A8DF-BD8AD7D5E828}" type="presParOf" srcId="{71D05037-638F-4B68-A4A7-78569B04E9E1}" destId="{017A86CD-BC85-4CFB-B64E-FED3029A05A2}" srcOrd="7" destOrd="0" presId="urn:microsoft.com/office/officeart/2005/8/layout/default"/>
    <dgm:cxn modelId="{DBB698C6-B576-4D25-841F-0F30CA5BCB6F}" type="presParOf" srcId="{71D05037-638F-4B68-A4A7-78569B04E9E1}" destId="{283695E3-2B13-4A4C-B7A1-347FBA357582}" srcOrd="8" destOrd="0" presId="urn:microsoft.com/office/officeart/2005/8/layout/default"/>
    <dgm:cxn modelId="{6F6DCDA6-20A2-4FD3-8C73-EAD15EE213FC}" type="presParOf" srcId="{71D05037-638F-4B68-A4A7-78569B04E9E1}" destId="{48C5BB77-01E3-4264-907F-2463B8848A17}" srcOrd="9" destOrd="0" presId="urn:microsoft.com/office/officeart/2005/8/layout/default"/>
    <dgm:cxn modelId="{E1F311EE-6BFD-4974-9FE5-32D26BC0816D}" type="presParOf" srcId="{71D05037-638F-4B68-A4A7-78569B04E9E1}" destId="{DF007019-A9CD-419D-88D9-4A2A9FCFE3DD}" srcOrd="10" destOrd="0" presId="urn:microsoft.com/office/officeart/2005/8/layout/default"/>
    <dgm:cxn modelId="{7F813C36-A42A-4D10-8BD9-0B8E2955825F}" type="presParOf" srcId="{71D05037-638F-4B68-A4A7-78569B04E9E1}" destId="{C90255E6-46B8-418D-A464-20D477000604}" srcOrd="11" destOrd="0" presId="urn:microsoft.com/office/officeart/2005/8/layout/default"/>
    <dgm:cxn modelId="{38E12B7E-629D-4D35-89DC-682D4B4D92C3}" type="presParOf" srcId="{71D05037-638F-4B68-A4A7-78569B04E9E1}" destId="{1C19010C-7A66-43EC-AD2F-455C6EB2F046}" srcOrd="12" destOrd="0" presId="urn:microsoft.com/office/officeart/2005/8/layout/default"/>
    <dgm:cxn modelId="{0061E371-E943-4FE3-9145-109D2F384D33}" type="presParOf" srcId="{71D05037-638F-4B68-A4A7-78569B04E9E1}" destId="{75477EFE-DCB4-4347-98B1-5C0383371F9A}" srcOrd="13" destOrd="0" presId="urn:microsoft.com/office/officeart/2005/8/layout/default"/>
    <dgm:cxn modelId="{47418DD7-4952-4EA4-8E40-3659B5653CF5}" type="presParOf" srcId="{71D05037-638F-4B68-A4A7-78569B04E9E1}" destId="{766BDA6B-0DEB-461D-BA2C-07326786670A}" srcOrd="14" destOrd="0" presId="urn:microsoft.com/office/officeart/2005/8/layout/default"/>
    <dgm:cxn modelId="{072AF3A4-A522-416F-94F5-0BB33315C212}" type="presParOf" srcId="{71D05037-638F-4B68-A4A7-78569B04E9E1}" destId="{9DD414BD-99EF-4669-BCF2-98BF2074AF78}" srcOrd="15" destOrd="0" presId="urn:microsoft.com/office/officeart/2005/8/layout/default"/>
    <dgm:cxn modelId="{52A9FB4C-02D7-4545-851F-F0EB42ECA23E}" type="presParOf" srcId="{71D05037-638F-4B68-A4A7-78569B04E9E1}" destId="{70E81097-E244-4C9D-85C6-4F1081334AFA}" srcOrd="16" destOrd="0" presId="urn:microsoft.com/office/officeart/2005/8/layout/default"/>
    <dgm:cxn modelId="{DC6C4281-26F4-408B-8DD3-855CE7037B02}" type="presParOf" srcId="{71D05037-638F-4B68-A4A7-78569B04E9E1}" destId="{BC4FAA23-7440-4C89-91C0-E506C6FC2BEA}" srcOrd="17" destOrd="0" presId="urn:microsoft.com/office/officeart/2005/8/layout/default"/>
    <dgm:cxn modelId="{C0C19E6A-D21E-4ABF-AA9C-7D9615AC40ED}" type="presParOf" srcId="{71D05037-638F-4B68-A4A7-78569B04E9E1}" destId="{5A8F4090-48A0-46C7-BB93-B56EDE762F41}" srcOrd="18" destOrd="0" presId="urn:microsoft.com/office/officeart/2005/8/layout/default"/>
    <dgm:cxn modelId="{7E36C2B0-5E30-408B-9C19-6552B1CED331}" type="presParOf" srcId="{71D05037-638F-4B68-A4A7-78569B04E9E1}" destId="{ADC0D1D9-4821-4FD1-A9DC-13680BFD7622}" srcOrd="19" destOrd="0" presId="urn:microsoft.com/office/officeart/2005/8/layout/default"/>
    <dgm:cxn modelId="{5DBF2FA9-1E2E-412B-9B15-C9F2C900BA6D}" type="presParOf" srcId="{71D05037-638F-4B68-A4A7-78569B04E9E1}" destId="{1E1F2E0A-7803-44BC-932A-8BF23863110F}" srcOrd="20" destOrd="0" presId="urn:microsoft.com/office/officeart/2005/8/layout/default"/>
    <dgm:cxn modelId="{3A35876B-A233-405E-92D5-7F8C1D1CE3A0}" type="presParOf" srcId="{71D05037-638F-4B68-A4A7-78569B04E9E1}" destId="{22F5AC0F-AA5E-4803-A108-7AB860E17FD4}" srcOrd="21" destOrd="0" presId="urn:microsoft.com/office/officeart/2005/8/layout/default"/>
    <dgm:cxn modelId="{1AEC5DF9-C237-466B-BC00-0552FB76E027}" type="presParOf" srcId="{71D05037-638F-4B68-A4A7-78569B04E9E1}" destId="{A25861C0-6AA5-41F6-8B62-99A566779058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84589E6-4D89-4A5C-BE02-64C2FDB9A11C}" type="doc">
      <dgm:prSet loTypeId="urn:microsoft.com/office/officeart/2005/8/layout/lProcess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23470F-191C-43BB-B16F-B842552EE398}">
      <dgm:prSet phldrT="[Text]" custT="1"/>
      <dgm:spPr/>
      <dgm:t>
        <a:bodyPr/>
        <a:lstStyle/>
        <a:p>
          <a:r>
            <a:rPr lang="en-US" sz="4800" dirty="0"/>
            <a:t>BLOCK</a:t>
          </a:r>
          <a:endParaRPr lang="en-US" sz="5500" dirty="0"/>
        </a:p>
      </dgm:t>
    </dgm:pt>
    <dgm:pt modelId="{29681C10-AF12-4BEB-88CE-69075989CB01}" type="parTrans" cxnId="{120DDC2D-DF59-4CC3-840F-F7E43EDFE8AA}">
      <dgm:prSet/>
      <dgm:spPr/>
      <dgm:t>
        <a:bodyPr/>
        <a:lstStyle/>
        <a:p>
          <a:endParaRPr lang="en-US"/>
        </a:p>
      </dgm:t>
    </dgm:pt>
    <dgm:pt modelId="{6F46922E-93DE-47DF-93B5-DCE2A05CA8E6}" type="sibTrans" cxnId="{120DDC2D-DF59-4CC3-840F-F7E43EDFE8AA}">
      <dgm:prSet/>
      <dgm:spPr/>
      <dgm:t>
        <a:bodyPr/>
        <a:lstStyle/>
        <a:p>
          <a:endParaRPr lang="en-US"/>
        </a:p>
      </dgm:t>
    </dgm:pt>
    <dgm:pt modelId="{153E20A7-0D7F-4CB9-A3E8-C5E8DB54C030}">
      <dgm:prSet phldrT="[Text]"/>
      <dgm:spPr/>
      <dgm:t>
        <a:bodyPr/>
        <a:lstStyle/>
        <a:p>
          <a:r>
            <a:rPr lang="en-US" dirty="0"/>
            <a:t>BLOCK</a:t>
          </a:r>
        </a:p>
      </dgm:t>
    </dgm:pt>
    <dgm:pt modelId="{F002DADE-307D-40F1-B7DB-37485E36A764}" type="parTrans" cxnId="{0F934C28-CD27-4921-86F9-875D2B593CA4}">
      <dgm:prSet/>
      <dgm:spPr/>
      <dgm:t>
        <a:bodyPr/>
        <a:lstStyle/>
        <a:p>
          <a:endParaRPr lang="en-US"/>
        </a:p>
      </dgm:t>
    </dgm:pt>
    <dgm:pt modelId="{B2429359-289C-426C-935C-37754A83D25B}" type="sibTrans" cxnId="{0F934C28-CD27-4921-86F9-875D2B593CA4}">
      <dgm:prSet/>
      <dgm:spPr/>
      <dgm:t>
        <a:bodyPr/>
        <a:lstStyle/>
        <a:p>
          <a:endParaRPr lang="en-US"/>
        </a:p>
      </dgm:t>
    </dgm:pt>
    <dgm:pt modelId="{25D1669D-C22F-4FAF-AB6B-17FE7C03E06F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2DD614AB-B30D-47A4-B888-95DF0E570E09}" type="parTrans" cxnId="{FF37FACD-707C-405F-B91D-CADA7368739E}">
      <dgm:prSet/>
      <dgm:spPr/>
      <dgm:t>
        <a:bodyPr/>
        <a:lstStyle/>
        <a:p>
          <a:endParaRPr lang="en-US"/>
        </a:p>
      </dgm:t>
    </dgm:pt>
    <dgm:pt modelId="{330C683C-1459-4671-9B70-D997FF68B40E}" type="sibTrans" cxnId="{FF37FACD-707C-405F-B91D-CADA7368739E}">
      <dgm:prSet/>
      <dgm:spPr/>
      <dgm:t>
        <a:bodyPr/>
        <a:lstStyle/>
        <a:p>
          <a:endParaRPr lang="en-US"/>
        </a:p>
      </dgm:t>
    </dgm:pt>
    <dgm:pt modelId="{7C2C35E1-D7BF-4B26-8FB8-5FF294E03BCB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BF147BB-1B87-48BA-9B9D-04D485863CC4}" type="parTrans" cxnId="{6281B5C7-7F3F-4ABF-898D-093818956E0E}">
      <dgm:prSet/>
      <dgm:spPr/>
      <dgm:t>
        <a:bodyPr/>
        <a:lstStyle/>
        <a:p>
          <a:endParaRPr lang="en-US"/>
        </a:p>
      </dgm:t>
    </dgm:pt>
    <dgm:pt modelId="{41BBBA98-3F95-4C36-BD9F-892CA5F264BA}" type="sibTrans" cxnId="{6281B5C7-7F3F-4ABF-898D-093818956E0E}">
      <dgm:prSet/>
      <dgm:spPr/>
      <dgm:t>
        <a:bodyPr/>
        <a:lstStyle/>
        <a:p>
          <a:endParaRPr lang="en-US"/>
        </a:p>
      </dgm:t>
    </dgm:pt>
    <dgm:pt modelId="{32B5D4EC-22C7-45CE-B14F-357634426BC7}" type="pres">
      <dgm:prSet presAssocID="{B84589E6-4D89-4A5C-BE02-64C2FDB9A11C}" presName="theList" presStyleCnt="0">
        <dgm:presLayoutVars>
          <dgm:dir/>
          <dgm:animLvl val="lvl"/>
          <dgm:resizeHandles val="exact"/>
        </dgm:presLayoutVars>
      </dgm:prSet>
      <dgm:spPr/>
    </dgm:pt>
    <dgm:pt modelId="{EC90AB94-4CF9-4FB5-93FD-B3A4D6CFDF6D}" type="pres">
      <dgm:prSet presAssocID="{A423470F-191C-43BB-B16F-B842552EE398}" presName="compNode" presStyleCnt="0"/>
      <dgm:spPr/>
    </dgm:pt>
    <dgm:pt modelId="{F3D179C8-B402-4BC4-9E1B-A9351645E0B6}" type="pres">
      <dgm:prSet presAssocID="{A423470F-191C-43BB-B16F-B842552EE398}" presName="aNode" presStyleLbl="bgShp" presStyleIdx="0" presStyleCnt="1" custLinFactNeighborY="364"/>
      <dgm:spPr/>
    </dgm:pt>
    <dgm:pt modelId="{39FFA825-AA94-4D8D-81D6-7C84C354D5CB}" type="pres">
      <dgm:prSet presAssocID="{A423470F-191C-43BB-B16F-B842552EE398}" presName="textNode" presStyleLbl="bgShp" presStyleIdx="0" presStyleCnt="1"/>
      <dgm:spPr/>
    </dgm:pt>
    <dgm:pt modelId="{AF1CF328-3641-4E5B-A529-D175568C718B}" type="pres">
      <dgm:prSet presAssocID="{A423470F-191C-43BB-B16F-B842552EE398}" presName="compChildNode" presStyleCnt="0"/>
      <dgm:spPr/>
    </dgm:pt>
    <dgm:pt modelId="{69B438D1-1B3F-4015-8C25-FA116E7D6CB8}" type="pres">
      <dgm:prSet presAssocID="{A423470F-191C-43BB-B16F-B842552EE398}" presName="theInnerList" presStyleCnt="0"/>
      <dgm:spPr/>
    </dgm:pt>
    <dgm:pt modelId="{900B9CF2-87DC-448A-8CBD-1C4123BB1AF7}" type="pres">
      <dgm:prSet presAssocID="{153E20A7-0D7F-4CB9-A3E8-C5E8DB54C030}" presName="childNode" presStyleLbl="node1" presStyleIdx="0" presStyleCnt="3">
        <dgm:presLayoutVars>
          <dgm:bulletEnabled val="1"/>
        </dgm:presLayoutVars>
      </dgm:prSet>
      <dgm:spPr/>
    </dgm:pt>
    <dgm:pt modelId="{5D177CA4-2214-49E4-BDC2-FF6B3551C510}" type="pres">
      <dgm:prSet presAssocID="{153E20A7-0D7F-4CB9-A3E8-C5E8DB54C030}" presName="aSpace2" presStyleCnt="0"/>
      <dgm:spPr/>
    </dgm:pt>
    <dgm:pt modelId="{DCA0ED17-26A0-4FD1-BD51-109E734C6D65}" type="pres">
      <dgm:prSet presAssocID="{25D1669D-C22F-4FAF-AB6B-17FE7C03E06F}" presName="childNode" presStyleLbl="node1" presStyleIdx="1" presStyleCnt="3">
        <dgm:presLayoutVars>
          <dgm:bulletEnabled val="1"/>
        </dgm:presLayoutVars>
      </dgm:prSet>
      <dgm:spPr/>
    </dgm:pt>
    <dgm:pt modelId="{2841FBDC-43D3-4759-AE45-DF7E10735D34}" type="pres">
      <dgm:prSet presAssocID="{25D1669D-C22F-4FAF-AB6B-17FE7C03E06F}" presName="aSpace2" presStyleCnt="0"/>
      <dgm:spPr/>
    </dgm:pt>
    <dgm:pt modelId="{A3F109E9-9960-4D17-9769-3E60B8220876}" type="pres">
      <dgm:prSet presAssocID="{7C2C35E1-D7BF-4B26-8FB8-5FF294E03BCB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9517704-6F21-4A4E-88D6-B763EAE72A65}" type="presOf" srcId="{A423470F-191C-43BB-B16F-B842552EE398}" destId="{F3D179C8-B402-4BC4-9E1B-A9351645E0B6}" srcOrd="0" destOrd="0" presId="urn:microsoft.com/office/officeart/2005/8/layout/lProcess2"/>
    <dgm:cxn modelId="{0F934C28-CD27-4921-86F9-875D2B593CA4}" srcId="{A423470F-191C-43BB-B16F-B842552EE398}" destId="{153E20A7-0D7F-4CB9-A3E8-C5E8DB54C030}" srcOrd="0" destOrd="0" parTransId="{F002DADE-307D-40F1-B7DB-37485E36A764}" sibTransId="{B2429359-289C-426C-935C-37754A83D25B}"/>
    <dgm:cxn modelId="{120DDC2D-DF59-4CC3-840F-F7E43EDFE8AA}" srcId="{B84589E6-4D89-4A5C-BE02-64C2FDB9A11C}" destId="{A423470F-191C-43BB-B16F-B842552EE398}" srcOrd="0" destOrd="0" parTransId="{29681C10-AF12-4BEB-88CE-69075989CB01}" sibTransId="{6F46922E-93DE-47DF-93B5-DCE2A05CA8E6}"/>
    <dgm:cxn modelId="{9B3A6B5C-56FE-4160-97D7-EB5B3D8E6119}" type="presOf" srcId="{B84589E6-4D89-4A5C-BE02-64C2FDB9A11C}" destId="{32B5D4EC-22C7-45CE-B14F-357634426BC7}" srcOrd="0" destOrd="0" presId="urn:microsoft.com/office/officeart/2005/8/layout/lProcess2"/>
    <dgm:cxn modelId="{63051782-4826-487C-A82E-BCEEBBF1C41F}" type="presOf" srcId="{25D1669D-C22F-4FAF-AB6B-17FE7C03E06F}" destId="{DCA0ED17-26A0-4FD1-BD51-109E734C6D65}" srcOrd="0" destOrd="0" presId="urn:microsoft.com/office/officeart/2005/8/layout/lProcess2"/>
    <dgm:cxn modelId="{48AB4985-156B-4D95-971B-8D60A778C3EA}" type="presOf" srcId="{153E20A7-0D7F-4CB9-A3E8-C5E8DB54C030}" destId="{900B9CF2-87DC-448A-8CBD-1C4123BB1AF7}" srcOrd="0" destOrd="0" presId="urn:microsoft.com/office/officeart/2005/8/layout/lProcess2"/>
    <dgm:cxn modelId="{E7F3A888-AF08-4790-94BB-12B116B600EC}" type="presOf" srcId="{7C2C35E1-D7BF-4B26-8FB8-5FF294E03BCB}" destId="{A3F109E9-9960-4D17-9769-3E60B8220876}" srcOrd="0" destOrd="0" presId="urn:microsoft.com/office/officeart/2005/8/layout/lProcess2"/>
    <dgm:cxn modelId="{6281B5C7-7F3F-4ABF-898D-093818956E0E}" srcId="{A423470F-191C-43BB-B16F-B842552EE398}" destId="{7C2C35E1-D7BF-4B26-8FB8-5FF294E03BCB}" srcOrd="2" destOrd="0" parTransId="{FBF147BB-1B87-48BA-9B9D-04D485863CC4}" sibTransId="{41BBBA98-3F95-4C36-BD9F-892CA5F264BA}"/>
    <dgm:cxn modelId="{FF37FACD-707C-405F-B91D-CADA7368739E}" srcId="{A423470F-191C-43BB-B16F-B842552EE398}" destId="{25D1669D-C22F-4FAF-AB6B-17FE7C03E06F}" srcOrd="1" destOrd="0" parTransId="{2DD614AB-B30D-47A4-B888-95DF0E570E09}" sibTransId="{330C683C-1459-4671-9B70-D997FF68B40E}"/>
    <dgm:cxn modelId="{A7A145E3-4398-4F43-B778-BB8EAE05AA6B}" type="presOf" srcId="{A423470F-191C-43BB-B16F-B842552EE398}" destId="{39FFA825-AA94-4D8D-81D6-7C84C354D5CB}" srcOrd="1" destOrd="0" presId="urn:microsoft.com/office/officeart/2005/8/layout/lProcess2"/>
    <dgm:cxn modelId="{0ADED782-EEA9-46F2-BDB2-7AFF3849FCB8}" type="presParOf" srcId="{32B5D4EC-22C7-45CE-B14F-357634426BC7}" destId="{EC90AB94-4CF9-4FB5-93FD-B3A4D6CFDF6D}" srcOrd="0" destOrd="0" presId="urn:microsoft.com/office/officeart/2005/8/layout/lProcess2"/>
    <dgm:cxn modelId="{527EB0B9-8A95-4EAD-B39D-95C7210A0195}" type="presParOf" srcId="{EC90AB94-4CF9-4FB5-93FD-B3A4D6CFDF6D}" destId="{F3D179C8-B402-4BC4-9E1B-A9351645E0B6}" srcOrd="0" destOrd="0" presId="urn:microsoft.com/office/officeart/2005/8/layout/lProcess2"/>
    <dgm:cxn modelId="{04AB2A04-3BF6-448D-B698-529FC235B000}" type="presParOf" srcId="{EC90AB94-4CF9-4FB5-93FD-B3A4D6CFDF6D}" destId="{39FFA825-AA94-4D8D-81D6-7C84C354D5CB}" srcOrd="1" destOrd="0" presId="urn:microsoft.com/office/officeart/2005/8/layout/lProcess2"/>
    <dgm:cxn modelId="{A7C02688-99EA-422A-B712-6DB2B57E3CAB}" type="presParOf" srcId="{EC90AB94-4CF9-4FB5-93FD-B3A4D6CFDF6D}" destId="{AF1CF328-3641-4E5B-A529-D175568C718B}" srcOrd="2" destOrd="0" presId="urn:microsoft.com/office/officeart/2005/8/layout/lProcess2"/>
    <dgm:cxn modelId="{F1479EA6-023E-4CAB-8F20-CB6D71E33EA3}" type="presParOf" srcId="{AF1CF328-3641-4E5B-A529-D175568C718B}" destId="{69B438D1-1B3F-4015-8C25-FA116E7D6CB8}" srcOrd="0" destOrd="0" presId="urn:microsoft.com/office/officeart/2005/8/layout/lProcess2"/>
    <dgm:cxn modelId="{353388A4-53B8-4063-88A2-8A73D4CFAD35}" type="presParOf" srcId="{69B438D1-1B3F-4015-8C25-FA116E7D6CB8}" destId="{900B9CF2-87DC-448A-8CBD-1C4123BB1AF7}" srcOrd="0" destOrd="0" presId="urn:microsoft.com/office/officeart/2005/8/layout/lProcess2"/>
    <dgm:cxn modelId="{D76EE7D1-3C04-48F0-B7F1-25E2E98E23F9}" type="presParOf" srcId="{69B438D1-1B3F-4015-8C25-FA116E7D6CB8}" destId="{5D177CA4-2214-49E4-BDC2-FF6B3551C510}" srcOrd="1" destOrd="0" presId="urn:microsoft.com/office/officeart/2005/8/layout/lProcess2"/>
    <dgm:cxn modelId="{73D61BB2-4074-447A-9F74-6520392E38E8}" type="presParOf" srcId="{69B438D1-1B3F-4015-8C25-FA116E7D6CB8}" destId="{DCA0ED17-26A0-4FD1-BD51-109E734C6D65}" srcOrd="2" destOrd="0" presId="urn:microsoft.com/office/officeart/2005/8/layout/lProcess2"/>
    <dgm:cxn modelId="{49B111B9-BEB7-451A-ADDC-3305AE6CDB12}" type="presParOf" srcId="{69B438D1-1B3F-4015-8C25-FA116E7D6CB8}" destId="{2841FBDC-43D3-4759-AE45-DF7E10735D34}" srcOrd="3" destOrd="0" presId="urn:microsoft.com/office/officeart/2005/8/layout/lProcess2"/>
    <dgm:cxn modelId="{58D54704-7A76-42A4-87E2-604276F02D74}" type="presParOf" srcId="{69B438D1-1B3F-4015-8C25-FA116E7D6CB8}" destId="{A3F109E9-9960-4D17-9769-3E60B8220876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5FA5507-1737-4DFF-A010-50D377D25552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AE89AD38-6DFA-4B07-A0C7-9F84A1E59649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89571BD-DEC4-497F-801E-15835C2C7FB9}" type="parTrans" cxnId="{C75B27D2-6F90-4125-B3F4-C57F116EDCE6}">
      <dgm:prSet/>
      <dgm:spPr/>
      <dgm:t>
        <a:bodyPr/>
        <a:lstStyle/>
        <a:p>
          <a:endParaRPr lang="en-US"/>
        </a:p>
      </dgm:t>
    </dgm:pt>
    <dgm:pt modelId="{B9B6E762-B674-4029-9527-C9C0A7DA90D6}" type="sibTrans" cxnId="{C75B27D2-6F90-4125-B3F4-C57F116EDCE6}">
      <dgm:prSet/>
      <dgm:spPr/>
      <dgm:t>
        <a:bodyPr/>
        <a:lstStyle/>
        <a:p>
          <a:endParaRPr lang="en-US"/>
        </a:p>
      </dgm:t>
    </dgm:pt>
    <dgm:pt modelId="{4B8EB9D6-89B1-4EEE-969F-510966F91035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6F2537DD-8F15-4693-8053-FDF7939DBB1A}" type="parTrans" cxnId="{46344CF9-F46C-4A67-895D-A41C3076560E}">
      <dgm:prSet/>
      <dgm:spPr/>
      <dgm:t>
        <a:bodyPr/>
        <a:lstStyle/>
        <a:p>
          <a:endParaRPr lang="en-US"/>
        </a:p>
      </dgm:t>
    </dgm:pt>
    <dgm:pt modelId="{C5E67FA8-3CBD-455A-9660-7624ABC8E803}" type="sibTrans" cxnId="{46344CF9-F46C-4A67-895D-A41C3076560E}">
      <dgm:prSet/>
      <dgm:spPr/>
      <dgm:t>
        <a:bodyPr/>
        <a:lstStyle/>
        <a:p>
          <a:endParaRPr lang="en-US"/>
        </a:p>
      </dgm:t>
    </dgm:pt>
    <dgm:pt modelId="{15FF6632-EFCE-418F-B4E3-853FFC2714F5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7D92564-2F1A-4525-B3DA-FFD3A4E8AA2A}" type="parTrans" cxnId="{A9BA4AFB-6057-4AF6-B5C9-ED75A59DBBD0}">
      <dgm:prSet/>
      <dgm:spPr/>
      <dgm:t>
        <a:bodyPr/>
        <a:lstStyle/>
        <a:p>
          <a:endParaRPr lang="en-US"/>
        </a:p>
      </dgm:t>
    </dgm:pt>
    <dgm:pt modelId="{CE39F835-40F3-4C83-8086-C081C6D18386}" type="sibTrans" cxnId="{A9BA4AFB-6057-4AF6-B5C9-ED75A59DBBD0}">
      <dgm:prSet/>
      <dgm:spPr/>
      <dgm:t>
        <a:bodyPr/>
        <a:lstStyle/>
        <a:p>
          <a:endParaRPr lang="en-US"/>
        </a:p>
      </dgm:t>
    </dgm:pt>
    <dgm:pt modelId="{B6E547B5-9479-46CA-B53F-4A7A561E24CA}" type="pres">
      <dgm:prSet presAssocID="{15FA5507-1737-4DFF-A010-50D377D25552}" presName="Name0" presStyleCnt="0">
        <dgm:presLayoutVars>
          <dgm:dir/>
          <dgm:resizeHandles val="exact"/>
        </dgm:presLayoutVars>
      </dgm:prSet>
      <dgm:spPr/>
    </dgm:pt>
    <dgm:pt modelId="{5269A744-03A2-4452-8F16-44C29B3DADA7}" type="pres">
      <dgm:prSet presAssocID="{AE89AD38-6DFA-4B07-A0C7-9F84A1E59649}" presName="parTxOnly" presStyleLbl="node1" presStyleIdx="0" presStyleCnt="3">
        <dgm:presLayoutVars>
          <dgm:bulletEnabled val="1"/>
        </dgm:presLayoutVars>
      </dgm:prSet>
      <dgm:spPr/>
    </dgm:pt>
    <dgm:pt modelId="{FFA798A2-2C08-4C30-B8AD-1AF934E363A8}" type="pres">
      <dgm:prSet presAssocID="{B9B6E762-B674-4029-9527-C9C0A7DA90D6}" presName="parSpace" presStyleCnt="0"/>
      <dgm:spPr/>
    </dgm:pt>
    <dgm:pt modelId="{A35433FB-0399-4955-9D5A-4A33D806407E}" type="pres">
      <dgm:prSet presAssocID="{4B8EB9D6-89B1-4EEE-969F-510966F91035}" presName="parTxOnly" presStyleLbl="node1" presStyleIdx="1" presStyleCnt="3">
        <dgm:presLayoutVars>
          <dgm:bulletEnabled val="1"/>
        </dgm:presLayoutVars>
      </dgm:prSet>
      <dgm:spPr/>
    </dgm:pt>
    <dgm:pt modelId="{942A9B5D-363D-4C56-BC0C-234CA1768B06}" type="pres">
      <dgm:prSet presAssocID="{C5E67FA8-3CBD-455A-9660-7624ABC8E803}" presName="parSpace" presStyleCnt="0"/>
      <dgm:spPr/>
    </dgm:pt>
    <dgm:pt modelId="{5E7567CF-0900-4DA2-8BAB-7A835BC4D71D}" type="pres">
      <dgm:prSet presAssocID="{15FF6632-EFCE-418F-B4E3-853FFC2714F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238BF02-B47A-4100-8716-9629847007EC}" type="presOf" srcId="{15FF6632-EFCE-418F-B4E3-853FFC2714F5}" destId="{5E7567CF-0900-4DA2-8BAB-7A835BC4D71D}" srcOrd="0" destOrd="0" presId="urn:microsoft.com/office/officeart/2005/8/layout/hChevron3"/>
    <dgm:cxn modelId="{7E98FE80-7669-4223-A7E5-7599244ABCB2}" type="presOf" srcId="{4B8EB9D6-89B1-4EEE-969F-510966F91035}" destId="{A35433FB-0399-4955-9D5A-4A33D806407E}" srcOrd="0" destOrd="0" presId="urn:microsoft.com/office/officeart/2005/8/layout/hChevron3"/>
    <dgm:cxn modelId="{C75B27D2-6F90-4125-B3F4-C57F116EDCE6}" srcId="{15FA5507-1737-4DFF-A010-50D377D25552}" destId="{AE89AD38-6DFA-4B07-A0C7-9F84A1E59649}" srcOrd="0" destOrd="0" parTransId="{F89571BD-DEC4-497F-801E-15835C2C7FB9}" sibTransId="{B9B6E762-B674-4029-9527-C9C0A7DA90D6}"/>
    <dgm:cxn modelId="{695F2EE2-3AD7-47E6-8DB5-876BE7EEB320}" type="presOf" srcId="{AE89AD38-6DFA-4B07-A0C7-9F84A1E59649}" destId="{5269A744-03A2-4452-8F16-44C29B3DADA7}" srcOrd="0" destOrd="0" presId="urn:microsoft.com/office/officeart/2005/8/layout/hChevron3"/>
    <dgm:cxn modelId="{15B045F7-4C16-4840-908F-73FA1B569489}" type="presOf" srcId="{15FA5507-1737-4DFF-A010-50D377D25552}" destId="{B6E547B5-9479-46CA-B53F-4A7A561E24CA}" srcOrd="0" destOrd="0" presId="urn:microsoft.com/office/officeart/2005/8/layout/hChevron3"/>
    <dgm:cxn modelId="{46344CF9-F46C-4A67-895D-A41C3076560E}" srcId="{15FA5507-1737-4DFF-A010-50D377D25552}" destId="{4B8EB9D6-89B1-4EEE-969F-510966F91035}" srcOrd="1" destOrd="0" parTransId="{6F2537DD-8F15-4693-8053-FDF7939DBB1A}" sibTransId="{C5E67FA8-3CBD-455A-9660-7624ABC8E803}"/>
    <dgm:cxn modelId="{A9BA4AFB-6057-4AF6-B5C9-ED75A59DBBD0}" srcId="{15FA5507-1737-4DFF-A010-50D377D25552}" destId="{15FF6632-EFCE-418F-B4E3-853FFC2714F5}" srcOrd="2" destOrd="0" parTransId="{F7D92564-2F1A-4525-B3DA-FFD3A4E8AA2A}" sibTransId="{CE39F835-40F3-4C83-8086-C081C6D18386}"/>
    <dgm:cxn modelId="{ED97D179-88DA-4A00-B3A8-65D493E7D446}" type="presParOf" srcId="{B6E547B5-9479-46CA-B53F-4A7A561E24CA}" destId="{5269A744-03A2-4452-8F16-44C29B3DADA7}" srcOrd="0" destOrd="0" presId="urn:microsoft.com/office/officeart/2005/8/layout/hChevron3"/>
    <dgm:cxn modelId="{32A7895E-E861-48EF-B90C-9C67ED8456AB}" type="presParOf" srcId="{B6E547B5-9479-46CA-B53F-4A7A561E24CA}" destId="{FFA798A2-2C08-4C30-B8AD-1AF934E363A8}" srcOrd="1" destOrd="0" presId="urn:microsoft.com/office/officeart/2005/8/layout/hChevron3"/>
    <dgm:cxn modelId="{61011C30-6C4E-4A3F-816C-12F2AE3FE172}" type="presParOf" srcId="{B6E547B5-9479-46CA-B53F-4A7A561E24CA}" destId="{A35433FB-0399-4955-9D5A-4A33D806407E}" srcOrd="2" destOrd="0" presId="urn:microsoft.com/office/officeart/2005/8/layout/hChevron3"/>
    <dgm:cxn modelId="{E33CD70D-C191-4C61-B2EA-A45519E02B42}" type="presParOf" srcId="{B6E547B5-9479-46CA-B53F-4A7A561E24CA}" destId="{942A9B5D-363D-4C56-BC0C-234CA1768B06}" srcOrd="3" destOrd="0" presId="urn:microsoft.com/office/officeart/2005/8/layout/hChevron3"/>
    <dgm:cxn modelId="{EB41F24E-E330-4F03-AA77-CAA0D749746E}" type="presParOf" srcId="{B6E547B5-9479-46CA-B53F-4A7A561E24CA}" destId="{5E7567CF-0900-4DA2-8BAB-7A835BC4D71D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3721204-0536-4839-AC1A-329372B6E07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201AF8B-18A5-4C5C-BA72-7A97497CF591}">
      <dgm:prSet phldrT="[Text]"/>
      <dgm:spPr/>
      <dgm:t>
        <a:bodyPr/>
        <a:lstStyle/>
        <a:p>
          <a:r>
            <a:rPr lang="en-US" dirty="0"/>
            <a:t>date</a:t>
          </a:r>
        </a:p>
      </dgm:t>
    </dgm:pt>
    <dgm:pt modelId="{4B1F8070-4EBA-4ACE-93D3-D843C543E425}" type="parTrans" cxnId="{0031E256-8AE9-42B3-86CB-43B178617138}">
      <dgm:prSet/>
      <dgm:spPr/>
      <dgm:t>
        <a:bodyPr/>
        <a:lstStyle/>
        <a:p>
          <a:endParaRPr lang="en-US"/>
        </a:p>
      </dgm:t>
    </dgm:pt>
    <dgm:pt modelId="{04D10BEE-FDE1-4C44-BE64-2DD08D4C19D5}" type="sibTrans" cxnId="{0031E256-8AE9-42B3-86CB-43B178617138}">
      <dgm:prSet/>
      <dgm:spPr/>
      <dgm:t>
        <a:bodyPr/>
        <a:lstStyle/>
        <a:p>
          <a:endParaRPr lang="en-US"/>
        </a:p>
      </dgm:t>
    </dgm:pt>
    <dgm:pt modelId="{D4C3B3AF-086D-462D-8385-64606477AF36}">
      <dgm:prSet phldrT="[Text]"/>
      <dgm:spPr/>
      <dgm:t>
        <a:bodyPr/>
        <a:lstStyle/>
        <a:p>
          <a:r>
            <a:rPr lang="en-US" dirty="0"/>
            <a:t>number</a:t>
          </a:r>
        </a:p>
      </dgm:t>
    </dgm:pt>
    <dgm:pt modelId="{AF77232D-3438-4446-86FA-D84D944D36B2}" type="parTrans" cxnId="{E5624B7C-A715-4814-931E-E4DA196F23F9}">
      <dgm:prSet/>
      <dgm:spPr/>
      <dgm:t>
        <a:bodyPr/>
        <a:lstStyle/>
        <a:p>
          <a:endParaRPr lang="en-US"/>
        </a:p>
      </dgm:t>
    </dgm:pt>
    <dgm:pt modelId="{65CB7267-9018-4C5A-AEC4-13B99B400073}" type="sibTrans" cxnId="{E5624B7C-A715-4814-931E-E4DA196F23F9}">
      <dgm:prSet/>
      <dgm:spPr/>
      <dgm:t>
        <a:bodyPr/>
        <a:lstStyle/>
        <a:p>
          <a:endParaRPr lang="en-US"/>
        </a:p>
      </dgm:t>
    </dgm:pt>
    <dgm:pt modelId="{E427FE99-A000-467C-8B3C-3D07AEAB010C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A37A8C80-580C-4264-B243-E77E53AB8209}" type="parTrans" cxnId="{E47DD4BE-6D19-47D5-B568-AC5EB3239EB5}">
      <dgm:prSet/>
      <dgm:spPr/>
      <dgm:t>
        <a:bodyPr/>
        <a:lstStyle/>
        <a:p>
          <a:endParaRPr lang="en-US"/>
        </a:p>
      </dgm:t>
    </dgm:pt>
    <dgm:pt modelId="{8788506D-8855-472D-9FE5-CB108B5D8F0A}" type="sibTrans" cxnId="{E47DD4BE-6D19-47D5-B568-AC5EB3239EB5}">
      <dgm:prSet/>
      <dgm:spPr/>
      <dgm:t>
        <a:bodyPr/>
        <a:lstStyle/>
        <a:p>
          <a:endParaRPr lang="en-US"/>
        </a:p>
      </dgm:t>
    </dgm:pt>
    <dgm:pt modelId="{1E4D1B55-C33E-4ADC-AB42-304CDA0E4041}">
      <dgm:prSet phldrT="[Text]"/>
      <dgm:spPr/>
      <dgm:t>
        <a:bodyPr/>
        <a:lstStyle/>
        <a:p>
          <a:r>
            <a:rPr lang="en-US" dirty="0"/>
            <a:t>email</a:t>
          </a:r>
        </a:p>
      </dgm:t>
    </dgm:pt>
    <dgm:pt modelId="{25F59E6F-2C87-44E1-AF8D-45716657735F}" type="parTrans" cxnId="{31FFE5B9-2F74-40CF-A808-8A1E81BA9185}">
      <dgm:prSet/>
      <dgm:spPr/>
      <dgm:t>
        <a:bodyPr/>
        <a:lstStyle/>
        <a:p>
          <a:endParaRPr lang="en-US"/>
        </a:p>
      </dgm:t>
    </dgm:pt>
    <dgm:pt modelId="{B65CCF22-4B98-435E-90F7-08CA36ACA7C2}" type="sibTrans" cxnId="{31FFE5B9-2F74-40CF-A808-8A1E81BA9185}">
      <dgm:prSet/>
      <dgm:spPr/>
      <dgm:t>
        <a:bodyPr/>
        <a:lstStyle/>
        <a:p>
          <a:endParaRPr lang="en-US"/>
        </a:p>
      </dgm:t>
    </dgm:pt>
    <dgm:pt modelId="{73600991-C49C-490A-B192-AFA97709306F}">
      <dgm:prSet phldrT="[Text]"/>
      <dgm:spPr/>
      <dgm:t>
        <a:bodyPr/>
        <a:lstStyle/>
        <a:p>
          <a:r>
            <a:rPr lang="en-US" dirty="0" err="1"/>
            <a:t>url</a:t>
          </a:r>
          <a:endParaRPr lang="en-US" dirty="0"/>
        </a:p>
      </dgm:t>
    </dgm:pt>
    <dgm:pt modelId="{711421DE-C68D-4E56-BDBF-7774444834B9}" type="parTrans" cxnId="{C3D8AFAD-C332-4A6B-8262-8C6FEB0621EC}">
      <dgm:prSet/>
      <dgm:spPr/>
      <dgm:t>
        <a:bodyPr/>
        <a:lstStyle/>
        <a:p>
          <a:endParaRPr lang="en-US"/>
        </a:p>
      </dgm:t>
    </dgm:pt>
    <dgm:pt modelId="{BE9CDA47-3B93-4E9F-B28E-C6DAAD1FF2D7}" type="sibTrans" cxnId="{C3D8AFAD-C332-4A6B-8262-8C6FEB0621EC}">
      <dgm:prSet/>
      <dgm:spPr/>
      <dgm:t>
        <a:bodyPr/>
        <a:lstStyle/>
        <a:p>
          <a:endParaRPr lang="en-US"/>
        </a:p>
      </dgm:t>
    </dgm:pt>
    <dgm:pt modelId="{86913A1C-9BBF-48B6-80BA-D9B1EA0C8E2C}">
      <dgm:prSet phldrT="[Text]"/>
      <dgm:spPr/>
      <dgm:t>
        <a:bodyPr/>
        <a:lstStyle/>
        <a:p>
          <a:r>
            <a:rPr lang="en-US" dirty="0"/>
            <a:t>search</a:t>
          </a:r>
        </a:p>
      </dgm:t>
    </dgm:pt>
    <dgm:pt modelId="{D48AB940-42F3-489D-AB24-F39E3B6AD6C7}" type="parTrans" cxnId="{2311CF97-01F9-4D74-8C11-18100223E7A3}">
      <dgm:prSet/>
      <dgm:spPr/>
      <dgm:t>
        <a:bodyPr/>
        <a:lstStyle/>
        <a:p>
          <a:endParaRPr lang="en-US"/>
        </a:p>
      </dgm:t>
    </dgm:pt>
    <dgm:pt modelId="{DA72EEDA-F682-4233-B67D-3641AB3EA987}" type="sibTrans" cxnId="{2311CF97-01F9-4D74-8C11-18100223E7A3}">
      <dgm:prSet/>
      <dgm:spPr/>
      <dgm:t>
        <a:bodyPr/>
        <a:lstStyle/>
        <a:p>
          <a:endParaRPr lang="en-US"/>
        </a:p>
      </dgm:t>
    </dgm:pt>
    <dgm:pt modelId="{7CE52761-B972-414E-B3EE-0DBB3358F1B0}">
      <dgm:prSet phldrT="[Text]"/>
      <dgm:spPr/>
      <dgm:t>
        <a:bodyPr/>
        <a:lstStyle/>
        <a:p>
          <a:r>
            <a:rPr lang="en-US" dirty="0" err="1"/>
            <a:t>tel</a:t>
          </a:r>
          <a:endParaRPr lang="en-US" dirty="0"/>
        </a:p>
      </dgm:t>
    </dgm:pt>
    <dgm:pt modelId="{9F39F552-5B83-4254-8D5D-DEE88D28B247}" type="parTrans" cxnId="{D7EAA6DE-ED97-43AD-BE6E-B8D78B7855DB}">
      <dgm:prSet/>
      <dgm:spPr/>
      <dgm:t>
        <a:bodyPr/>
        <a:lstStyle/>
        <a:p>
          <a:endParaRPr lang="en-US"/>
        </a:p>
      </dgm:t>
    </dgm:pt>
    <dgm:pt modelId="{1F51FE12-FD8F-423A-8CE0-6ABCEC3361F1}" type="sibTrans" cxnId="{D7EAA6DE-ED97-43AD-BE6E-B8D78B7855DB}">
      <dgm:prSet/>
      <dgm:spPr/>
      <dgm:t>
        <a:bodyPr/>
        <a:lstStyle/>
        <a:p>
          <a:endParaRPr lang="en-US"/>
        </a:p>
      </dgm:t>
    </dgm:pt>
    <dgm:pt modelId="{2C8DC6ED-550E-4186-8C12-B358659922DD}">
      <dgm:prSet phldrT="[Text]"/>
      <dgm:spPr/>
      <dgm:t>
        <a:bodyPr/>
        <a:lstStyle/>
        <a:p>
          <a:r>
            <a:rPr lang="en-US" dirty="0"/>
            <a:t>color</a:t>
          </a:r>
        </a:p>
      </dgm:t>
    </dgm:pt>
    <dgm:pt modelId="{982E25F2-D87D-4F52-9B81-01F20D0F7B16}" type="parTrans" cxnId="{A82726A4-3A35-4362-B60E-BD8AFA78D7AB}">
      <dgm:prSet/>
      <dgm:spPr/>
      <dgm:t>
        <a:bodyPr/>
        <a:lstStyle/>
        <a:p>
          <a:endParaRPr lang="en-US"/>
        </a:p>
      </dgm:t>
    </dgm:pt>
    <dgm:pt modelId="{DE0A0A65-8D9B-40CD-886D-F2F486265FAC}" type="sibTrans" cxnId="{A82726A4-3A35-4362-B60E-BD8AFA78D7AB}">
      <dgm:prSet/>
      <dgm:spPr/>
      <dgm:t>
        <a:bodyPr/>
        <a:lstStyle/>
        <a:p>
          <a:endParaRPr lang="en-US"/>
        </a:p>
      </dgm:t>
    </dgm:pt>
    <dgm:pt modelId="{F28D78C1-FFCC-44BC-B549-2FEAB8E3E824}">
      <dgm:prSet phldrT="[Text]"/>
      <dgm:spPr/>
      <dgm:t>
        <a:bodyPr/>
        <a:lstStyle/>
        <a:p>
          <a:r>
            <a:rPr lang="en-US" dirty="0" err="1"/>
            <a:t>datetime</a:t>
          </a:r>
          <a:endParaRPr lang="en-US" dirty="0"/>
        </a:p>
      </dgm:t>
    </dgm:pt>
    <dgm:pt modelId="{179FD85F-3EEB-46F3-B2C2-781812B2EE32}" type="parTrans" cxnId="{263992E0-D8EC-4655-B6CF-D37B145C6784}">
      <dgm:prSet/>
      <dgm:spPr/>
      <dgm:t>
        <a:bodyPr/>
        <a:lstStyle/>
        <a:p>
          <a:endParaRPr lang="en-US"/>
        </a:p>
      </dgm:t>
    </dgm:pt>
    <dgm:pt modelId="{365D16F6-ACE2-40FE-95E8-84E083D5DF63}" type="sibTrans" cxnId="{263992E0-D8EC-4655-B6CF-D37B145C6784}">
      <dgm:prSet/>
      <dgm:spPr/>
      <dgm:t>
        <a:bodyPr/>
        <a:lstStyle/>
        <a:p>
          <a:endParaRPr lang="en-US"/>
        </a:p>
      </dgm:t>
    </dgm:pt>
    <dgm:pt modelId="{C0F12B5B-4590-4D72-AF35-28AB8FDCE3C1}">
      <dgm:prSet phldrT="[Text]"/>
      <dgm:spPr/>
      <dgm:t>
        <a:bodyPr/>
        <a:lstStyle/>
        <a:p>
          <a:r>
            <a:rPr lang="en-US" dirty="0"/>
            <a:t>month</a:t>
          </a:r>
        </a:p>
      </dgm:t>
    </dgm:pt>
    <dgm:pt modelId="{7025DF21-63FC-4CE8-AFD4-8A7545CEF34C}" type="parTrans" cxnId="{CA4F5764-983B-4DF2-ABC7-5E58C585C884}">
      <dgm:prSet/>
      <dgm:spPr/>
      <dgm:t>
        <a:bodyPr/>
        <a:lstStyle/>
        <a:p>
          <a:endParaRPr lang="en-US"/>
        </a:p>
      </dgm:t>
    </dgm:pt>
    <dgm:pt modelId="{66C499B5-7AFE-4469-8AE7-51C664A442D3}" type="sibTrans" cxnId="{CA4F5764-983B-4DF2-ABC7-5E58C585C884}">
      <dgm:prSet/>
      <dgm:spPr/>
      <dgm:t>
        <a:bodyPr/>
        <a:lstStyle/>
        <a:p>
          <a:endParaRPr lang="en-US"/>
        </a:p>
      </dgm:t>
    </dgm:pt>
    <dgm:pt modelId="{F519E83A-AE5C-4505-AEAC-7E46CE4FCC69}">
      <dgm:prSet phldrT="[Text]"/>
      <dgm:spPr/>
      <dgm:t>
        <a:bodyPr/>
        <a:lstStyle/>
        <a:p>
          <a:r>
            <a:rPr lang="en-US" dirty="0"/>
            <a:t>week</a:t>
          </a:r>
        </a:p>
      </dgm:t>
    </dgm:pt>
    <dgm:pt modelId="{7538A322-DA4E-4E0D-B880-E4C1478E3C0D}" type="parTrans" cxnId="{904BA66A-D509-4551-9394-1DD38BB0E684}">
      <dgm:prSet/>
      <dgm:spPr/>
      <dgm:t>
        <a:bodyPr/>
        <a:lstStyle/>
        <a:p>
          <a:endParaRPr lang="en-US"/>
        </a:p>
      </dgm:t>
    </dgm:pt>
    <dgm:pt modelId="{65553EDC-05CF-4709-B99D-44A2C0763E1C}" type="sibTrans" cxnId="{904BA66A-D509-4551-9394-1DD38BB0E684}">
      <dgm:prSet/>
      <dgm:spPr/>
      <dgm:t>
        <a:bodyPr/>
        <a:lstStyle/>
        <a:p>
          <a:endParaRPr lang="en-US"/>
        </a:p>
      </dgm:t>
    </dgm:pt>
    <dgm:pt modelId="{BFBDA04A-F631-4742-9B50-904E04A7EA24}">
      <dgm:prSet phldrT="[Text]"/>
      <dgm:spPr/>
      <dgm:t>
        <a:bodyPr/>
        <a:lstStyle/>
        <a:p>
          <a:r>
            <a:rPr lang="en-US" dirty="0" err="1"/>
            <a:t>Datetime</a:t>
          </a:r>
          <a:r>
            <a:rPr lang="en-US" dirty="0"/>
            <a:t>-local</a:t>
          </a:r>
        </a:p>
      </dgm:t>
    </dgm:pt>
    <dgm:pt modelId="{B4057C7A-4D9A-432B-B215-913C7772E1EC}" type="parTrans" cxnId="{63AB3541-C52B-46D8-B332-77347CBE0AA5}">
      <dgm:prSet/>
      <dgm:spPr/>
      <dgm:t>
        <a:bodyPr/>
        <a:lstStyle/>
        <a:p>
          <a:endParaRPr lang="en-US"/>
        </a:p>
      </dgm:t>
    </dgm:pt>
    <dgm:pt modelId="{0824DC84-BDE2-47F7-B533-318EC68AD79E}" type="sibTrans" cxnId="{63AB3541-C52B-46D8-B332-77347CBE0AA5}">
      <dgm:prSet/>
      <dgm:spPr/>
      <dgm:t>
        <a:bodyPr/>
        <a:lstStyle/>
        <a:p>
          <a:endParaRPr lang="en-US"/>
        </a:p>
      </dgm:t>
    </dgm:pt>
    <dgm:pt modelId="{71D05037-638F-4B68-A4A7-78569B04E9E1}" type="pres">
      <dgm:prSet presAssocID="{A3721204-0536-4839-AC1A-329372B6E07B}" presName="diagram" presStyleCnt="0">
        <dgm:presLayoutVars>
          <dgm:dir/>
          <dgm:resizeHandles val="exact"/>
        </dgm:presLayoutVars>
      </dgm:prSet>
      <dgm:spPr/>
    </dgm:pt>
    <dgm:pt modelId="{52798CDB-19F1-483D-A60A-3ACC410B56F6}" type="pres">
      <dgm:prSet presAssocID="{0201AF8B-18A5-4C5C-BA72-7A97497CF591}" presName="node" presStyleLbl="node1" presStyleIdx="0" presStyleCnt="12">
        <dgm:presLayoutVars>
          <dgm:bulletEnabled val="1"/>
        </dgm:presLayoutVars>
      </dgm:prSet>
      <dgm:spPr/>
    </dgm:pt>
    <dgm:pt modelId="{156B717D-CECA-4F36-B003-DA12F5424B6F}" type="pres">
      <dgm:prSet presAssocID="{04D10BEE-FDE1-4C44-BE64-2DD08D4C19D5}" presName="sibTrans" presStyleCnt="0"/>
      <dgm:spPr/>
    </dgm:pt>
    <dgm:pt modelId="{AFF611B1-4BEB-4A39-83A0-65E57F4D981F}" type="pres">
      <dgm:prSet presAssocID="{D4C3B3AF-086D-462D-8385-64606477AF36}" presName="node" presStyleLbl="node1" presStyleIdx="1" presStyleCnt="12">
        <dgm:presLayoutVars>
          <dgm:bulletEnabled val="1"/>
        </dgm:presLayoutVars>
      </dgm:prSet>
      <dgm:spPr/>
    </dgm:pt>
    <dgm:pt modelId="{D3FE7941-1CC5-428B-A709-9B4278608697}" type="pres">
      <dgm:prSet presAssocID="{65CB7267-9018-4C5A-AEC4-13B99B400073}" presName="sibTrans" presStyleCnt="0"/>
      <dgm:spPr/>
    </dgm:pt>
    <dgm:pt modelId="{ED0DCB62-9266-4069-A6E8-1FDBFC442ECA}" type="pres">
      <dgm:prSet presAssocID="{E427FE99-A000-467C-8B3C-3D07AEAB010C}" presName="node" presStyleLbl="node1" presStyleIdx="2" presStyleCnt="12">
        <dgm:presLayoutVars>
          <dgm:bulletEnabled val="1"/>
        </dgm:presLayoutVars>
      </dgm:prSet>
      <dgm:spPr/>
    </dgm:pt>
    <dgm:pt modelId="{50265A67-289E-409F-B5A2-953ED2AD4696}" type="pres">
      <dgm:prSet presAssocID="{8788506D-8855-472D-9FE5-CB108B5D8F0A}" presName="sibTrans" presStyleCnt="0"/>
      <dgm:spPr/>
    </dgm:pt>
    <dgm:pt modelId="{75BD41C8-F266-4286-AE82-02A63839BA79}" type="pres">
      <dgm:prSet presAssocID="{1E4D1B55-C33E-4ADC-AB42-304CDA0E4041}" presName="node" presStyleLbl="node1" presStyleIdx="3" presStyleCnt="12">
        <dgm:presLayoutVars>
          <dgm:bulletEnabled val="1"/>
        </dgm:presLayoutVars>
      </dgm:prSet>
      <dgm:spPr/>
    </dgm:pt>
    <dgm:pt modelId="{017A86CD-BC85-4CFB-B64E-FED3029A05A2}" type="pres">
      <dgm:prSet presAssocID="{B65CCF22-4B98-435E-90F7-08CA36ACA7C2}" presName="sibTrans" presStyleCnt="0"/>
      <dgm:spPr/>
    </dgm:pt>
    <dgm:pt modelId="{283695E3-2B13-4A4C-B7A1-347FBA357582}" type="pres">
      <dgm:prSet presAssocID="{73600991-C49C-490A-B192-AFA97709306F}" presName="node" presStyleLbl="node1" presStyleIdx="4" presStyleCnt="12">
        <dgm:presLayoutVars>
          <dgm:bulletEnabled val="1"/>
        </dgm:presLayoutVars>
      </dgm:prSet>
      <dgm:spPr/>
    </dgm:pt>
    <dgm:pt modelId="{48C5BB77-01E3-4264-907F-2463B8848A17}" type="pres">
      <dgm:prSet presAssocID="{BE9CDA47-3B93-4E9F-B28E-C6DAAD1FF2D7}" presName="sibTrans" presStyleCnt="0"/>
      <dgm:spPr/>
    </dgm:pt>
    <dgm:pt modelId="{DF007019-A9CD-419D-88D9-4A2A9FCFE3DD}" type="pres">
      <dgm:prSet presAssocID="{86913A1C-9BBF-48B6-80BA-D9B1EA0C8E2C}" presName="node" presStyleLbl="node1" presStyleIdx="5" presStyleCnt="12">
        <dgm:presLayoutVars>
          <dgm:bulletEnabled val="1"/>
        </dgm:presLayoutVars>
      </dgm:prSet>
      <dgm:spPr/>
    </dgm:pt>
    <dgm:pt modelId="{C90255E6-46B8-418D-A464-20D477000604}" type="pres">
      <dgm:prSet presAssocID="{DA72EEDA-F682-4233-B67D-3641AB3EA987}" presName="sibTrans" presStyleCnt="0"/>
      <dgm:spPr/>
    </dgm:pt>
    <dgm:pt modelId="{1C19010C-7A66-43EC-AD2F-455C6EB2F046}" type="pres">
      <dgm:prSet presAssocID="{7CE52761-B972-414E-B3EE-0DBB3358F1B0}" presName="node" presStyleLbl="node1" presStyleIdx="6" presStyleCnt="12">
        <dgm:presLayoutVars>
          <dgm:bulletEnabled val="1"/>
        </dgm:presLayoutVars>
      </dgm:prSet>
      <dgm:spPr/>
    </dgm:pt>
    <dgm:pt modelId="{75477EFE-DCB4-4347-98B1-5C0383371F9A}" type="pres">
      <dgm:prSet presAssocID="{1F51FE12-FD8F-423A-8CE0-6ABCEC3361F1}" presName="sibTrans" presStyleCnt="0"/>
      <dgm:spPr/>
    </dgm:pt>
    <dgm:pt modelId="{766BDA6B-0DEB-461D-BA2C-07326786670A}" type="pres">
      <dgm:prSet presAssocID="{2C8DC6ED-550E-4186-8C12-B358659922DD}" presName="node" presStyleLbl="node1" presStyleIdx="7" presStyleCnt="12">
        <dgm:presLayoutVars>
          <dgm:bulletEnabled val="1"/>
        </dgm:presLayoutVars>
      </dgm:prSet>
      <dgm:spPr/>
    </dgm:pt>
    <dgm:pt modelId="{9DD414BD-99EF-4669-BCF2-98BF2074AF78}" type="pres">
      <dgm:prSet presAssocID="{DE0A0A65-8D9B-40CD-886D-F2F486265FAC}" presName="sibTrans" presStyleCnt="0"/>
      <dgm:spPr/>
    </dgm:pt>
    <dgm:pt modelId="{70E81097-E244-4C9D-85C6-4F1081334AFA}" type="pres">
      <dgm:prSet presAssocID="{F28D78C1-FFCC-44BC-B549-2FEAB8E3E824}" presName="node" presStyleLbl="node1" presStyleIdx="8" presStyleCnt="12">
        <dgm:presLayoutVars>
          <dgm:bulletEnabled val="1"/>
        </dgm:presLayoutVars>
      </dgm:prSet>
      <dgm:spPr/>
    </dgm:pt>
    <dgm:pt modelId="{BC4FAA23-7440-4C89-91C0-E506C6FC2BEA}" type="pres">
      <dgm:prSet presAssocID="{365D16F6-ACE2-40FE-95E8-84E083D5DF63}" presName="sibTrans" presStyleCnt="0"/>
      <dgm:spPr/>
    </dgm:pt>
    <dgm:pt modelId="{5A8F4090-48A0-46C7-BB93-B56EDE762F41}" type="pres">
      <dgm:prSet presAssocID="{C0F12B5B-4590-4D72-AF35-28AB8FDCE3C1}" presName="node" presStyleLbl="node1" presStyleIdx="9" presStyleCnt="12">
        <dgm:presLayoutVars>
          <dgm:bulletEnabled val="1"/>
        </dgm:presLayoutVars>
      </dgm:prSet>
      <dgm:spPr/>
    </dgm:pt>
    <dgm:pt modelId="{ADC0D1D9-4821-4FD1-A9DC-13680BFD7622}" type="pres">
      <dgm:prSet presAssocID="{66C499B5-7AFE-4469-8AE7-51C664A442D3}" presName="sibTrans" presStyleCnt="0"/>
      <dgm:spPr/>
    </dgm:pt>
    <dgm:pt modelId="{1E1F2E0A-7803-44BC-932A-8BF23863110F}" type="pres">
      <dgm:prSet presAssocID="{F519E83A-AE5C-4505-AEAC-7E46CE4FCC69}" presName="node" presStyleLbl="node1" presStyleIdx="10" presStyleCnt="12">
        <dgm:presLayoutVars>
          <dgm:bulletEnabled val="1"/>
        </dgm:presLayoutVars>
      </dgm:prSet>
      <dgm:spPr/>
    </dgm:pt>
    <dgm:pt modelId="{22F5AC0F-AA5E-4803-A108-7AB860E17FD4}" type="pres">
      <dgm:prSet presAssocID="{65553EDC-05CF-4709-B99D-44A2C0763E1C}" presName="sibTrans" presStyleCnt="0"/>
      <dgm:spPr/>
    </dgm:pt>
    <dgm:pt modelId="{A25861C0-6AA5-41F6-8B62-99A566779058}" type="pres">
      <dgm:prSet presAssocID="{BFBDA04A-F631-4742-9B50-904E04A7EA2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5071E09-CD00-4B40-AB9E-77876A49DA0E}" type="presOf" srcId="{86913A1C-9BBF-48B6-80BA-D9B1EA0C8E2C}" destId="{DF007019-A9CD-419D-88D9-4A2A9FCFE3DD}" srcOrd="0" destOrd="0" presId="urn:microsoft.com/office/officeart/2005/8/layout/default"/>
    <dgm:cxn modelId="{972A4525-8237-4E18-89B8-735E7EDF0A63}" type="presOf" srcId="{2C8DC6ED-550E-4186-8C12-B358659922DD}" destId="{766BDA6B-0DEB-461D-BA2C-07326786670A}" srcOrd="0" destOrd="0" presId="urn:microsoft.com/office/officeart/2005/8/layout/default"/>
    <dgm:cxn modelId="{701BB835-085B-4B28-8200-1663FBCC914A}" type="presOf" srcId="{7CE52761-B972-414E-B3EE-0DBB3358F1B0}" destId="{1C19010C-7A66-43EC-AD2F-455C6EB2F046}" srcOrd="0" destOrd="0" presId="urn:microsoft.com/office/officeart/2005/8/layout/default"/>
    <dgm:cxn modelId="{2FB89E40-D373-4FDE-BD34-0DF1F0D512FD}" type="presOf" srcId="{E427FE99-A000-467C-8B3C-3D07AEAB010C}" destId="{ED0DCB62-9266-4069-A6E8-1FDBFC442ECA}" srcOrd="0" destOrd="0" presId="urn:microsoft.com/office/officeart/2005/8/layout/default"/>
    <dgm:cxn modelId="{63AB3541-C52B-46D8-B332-77347CBE0AA5}" srcId="{A3721204-0536-4839-AC1A-329372B6E07B}" destId="{BFBDA04A-F631-4742-9B50-904E04A7EA24}" srcOrd="11" destOrd="0" parTransId="{B4057C7A-4D9A-432B-B215-913C7772E1EC}" sibTransId="{0824DC84-BDE2-47F7-B533-318EC68AD79E}"/>
    <dgm:cxn modelId="{CA4F5764-983B-4DF2-ABC7-5E58C585C884}" srcId="{A3721204-0536-4839-AC1A-329372B6E07B}" destId="{C0F12B5B-4590-4D72-AF35-28AB8FDCE3C1}" srcOrd="9" destOrd="0" parTransId="{7025DF21-63FC-4CE8-AFD4-8A7545CEF34C}" sibTransId="{66C499B5-7AFE-4469-8AE7-51C664A442D3}"/>
    <dgm:cxn modelId="{A9E23C48-93DC-4CD1-96C6-E9A35422AD35}" type="presOf" srcId="{BFBDA04A-F631-4742-9B50-904E04A7EA24}" destId="{A25861C0-6AA5-41F6-8B62-99A566779058}" srcOrd="0" destOrd="0" presId="urn:microsoft.com/office/officeart/2005/8/layout/default"/>
    <dgm:cxn modelId="{904BA66A-D509-4551-9394-1DD38BB0E684}" srcId="{A3721204-0536-4839-AC1A-329372B6E07B}" destId="{F519E83A-AE5C-4505-AEAC-7E46CE4FCC69}" srcOrd="10" destOrd="0" parTransId="{7538A322-DA4E-4E0D-B880-E4C1478E3C0D}" sibTransId="{65553EDC-05CF-4709-B99D-44A2C0763E1C}"/>
    <dgm:cxn modelId="{BA206171-3102-4EDD-A473-5BA7B033B237}" type="presOf" srcId="{C0F12B5B-4590-4D72-AF35-28AB8FDCE3C1}" destId="{5A8F4090-48A0-46C7-BB93-B56EDE762F41}" srcOrd="0" destOrd="0" presId="urn:microsoft.com/office/officeart/2005/8/layout/default"/>
    <dgm:cxn modelId="{0031E256-8AE9-42B3-86CB-43B178617138}" srcId="{A3721204-0536-4839-AC1A-329372B6E07B}" destId="{0201AF8B-18A5-4C5C-BA72-7A97497CF591}" srcOrd="0" destOrd="0" parTransId="{4B1F8070-4EBA-4ACE-93D3-D843C543E425}" sibTransId="{04D10BEE-FDE1-4C44-BE64-2DD08D4C19D5}"/>
    <dgm:cxn modelId="{28616D78-7343-4EBD-8372-A3483EA197CC}" type="presOf" srcId="{D4C3B3AF-086D-462D-8385-64606477AF36}" destId="{AFF611B1-4BEB-4A39-83A0-65E57F4D981F}" srcOrd="0" destOrd="0" presId="urn:microsoft.com/office/officeart/2005/8/layout/default"/>
    <dgm:cxn modelId="{E5624B7C-A715-4814-931E-E4DA196F23F9}" srcId="{A3721204-0536-4839-AC1A-329372B6E07B}" destId="{D4C3B3AF-086D-462D-8385-64606477AF36}" srcOrd="1" destOrd="0" parTransId="{AF77232D-3438-4446-86FA-D84D944D36B2}" sibTransId="{65CB7267-9018-4C5A-AEC4-13B99B400073}"/>
    <dgm:cxn modelId="{23357B7E-E4B0-40CF-91AC-5428024EF8B6}" type="presOf" srcId="{A3721204-0536-4839-AC1A-329372B6E07B}" destId="{71D05037-638F-4B68-A4A7-78569B04E9E1}" srcOrd="0" destOrd="0" presId="urn:microsoft.com/office/officeart/2005/8/layout/default"/>
    <dgm:cxn modelId="{9F7B3B86-347D-417C-BBAF-07AD7D82679E}" type="presOf" srcId="{F28D78C1-FFCC-44BC-B549-2FEAB8E3E824}" destId="{70E81097-E244-4C9D-85C6-4F1081334AFA}" srcOrd="0" destOrd="0" presId="urn:microsoft.com/office/officeart/2005/8/layout/default"/>
    <dgm:cxn modelId="{2311CF97-01F9-4D74-8C11-18100223E7A3}" srcId="{A3721204-0536-4839-AC1A-329372B6E07B}" destId="{86913A1C-9BBF-48B6-80BA-D9B1EA0C8E2C}" srcOrd="5" destOrd="0" parTransId="{D48AB940-42F3-489D-AB24-F39E3B6AD6C7}" sibTransId="{DA72EEDA-F682-4233-B67D-3641AB3EA987}"/>
    <dgm:cxn modelId="{A82726A4-3A35-4362-B60E-BD8AFA78D7AB}" srcId="{A3721204-0536-4839-AC1A-329372B6E07B}" destId="{2C8DC6ED-550E-4186-8C12-B358659922DD}" srcOrd="7" destOrd="0" parTransId="{982E25F2-D87D-4F52-9B81-01F20D0F7B16}" sibTransId="{DE0A0A65-8D9B-40CD-886D-F2F486265FAC}"/>
    <dgm:cxn modelId="{C3D8AFAD-C332-4A6B-8262-8C6FEB0621EC}" srcId="{A3721204-0536-4839-AC1A-329372B6E07B}" destId="{73600991-C49C-490A-B192-AFA97709306F}" srcOrd="4" destOrd="0" parTransId="{711421DE-C68D-4E56-BDBF-7774444834B9}" sibTransId="{BE9CDA47-3B93-4E9F-B28E-C6DAAD1FF2D7}"/>
    <dgm:cxn modelId="{583CEAB1-F780-4723-B47B-5764A01F89C0}" type="presOf" srcId="{F519E83A-AE5C-4505-AEAC-7E46CE4FCC69}" destId="{1E1F2E0A-7803-44BC-932A-8BF23863110F}" srcOrd="0" destOrd="0" presId="urn:microsoft.com/office/officeart/2005/8/layout/default"/>
    <dgm:cxn modelId="{31FFE5B9-2F74-40CF-A808-8A1E81BA9185}" srcId="{A3721204-0536-4839-AC1A-329372B6E07B}" destId="{1E4D1B55-C33E-4ADC-AB42-304CDA0E4041}" srcOrd="3" destOrd="0" parTransId="{25F59E6F-2C87-44E1-AF8D-45716657735F}" sibTransId="{B65CCF22-4B98-435E-90F7-08CA36ACA7C2}"/>
    <dgm:cxn modelId="{287132BE-755A-42ED-89DD-D5DA7E98698D}" type="presOf" srcId="{1E4D1B55-C33E-4ADC-AB42-304CDA0E4041}" destId="{75BD41C8-F266-4286-AE82-02A63839BA79}" srcOrd="0" destOrd="0" presId="urn:microsoft.com/office/officeart/2005/8/layout/default"/>
    <dgm:cxn modelId="{E47DD4BE-6D19-47D5-B568-AC5EB3239EB5}" srcId="{A3721204-0536-4839-AC1A-329372B6E07B}" destId="{E427FE99-A000-467C-8B3C-3D07AEAB010C}" srcOrd="2" destOrd="0" parTransId="{A37A8C80-580C-4264-B243-E77E53AB8209}" sibTransId="{8788506D-8855-472D-9FE5-CB108B5D8F0A}"/>
    <dgm:cxn modelId="{DDEAF1BE-D0C8-4B5E-BBF4-BDDDAC6458F4}" type="presOf" srcId="{73600991-C49C-490A-B192-AFA97709306F}" destId="{283695E3-2B13-4A4C-B7A1-347FBA357582}" srcOrd="0" destOrd="0" presId="urn:microsoft.com/office/officeart/2005/8/layout/default"/>
    <dgm:cxn modelId="{367493C8-C7B6-443F-BBF6-A1A50CDB5879}" type="presOf" srcId="{0201AF8B-18A5-4C5C-BA72-7A97497CF591}" destId="{52798CDB-19F1-483D-A60A-3ACC410B56F6}" srcOrd="0" destOrd="0" presId="urn:microsoft.com/office/officeart/2005/8/layout/default"/>
    <dgm:cxn modelId="{D7EAA6DE-ED97-43AD-BE6E-B8D78B7855DB}" srcId="{A3721204-0536-4839-AC1A-329372B6E07B}" destId="{7CE52761-B972-414E-B3EE-0DBB3358F1B0}" srcOrd="6" destOrd="0" parTransId="{9F39F552-5B83-4254-8D5D-DEE88D28B247}" sibTransId="{1F51FE12-FD8F-423A-8CE0-6ABCEC3361F1}"/>
    <dgm:cxn modelId="{263992E0-D8EC-4655-B6CF-D37B145C6784}" srcId="{A3721204-0536-4839-AC1A-329372B6E07B}" destId="{F28D78C1-FFCC-44BC-B549-2FEAB8E3E824}" srcOrd="8" destOrd="0" parTransId="{179FD85F-3EEB-46F3-B2C2-781812B2EE32}" sibTransId="{365D16F6-ACE2-40FE-95E8-84E083D5DF63}"/>
    <dgm:cxn modelId="{DD77A771-E5F5-4B88-9E66-BE5D7526CA65}" type="presParOf" srcId="{71D05037-638F-4B68-A4A7-78569B04E9E1}" destId="{52798CDB-19F1-483D-A60A-3ACC410B56F6}" srcOrd="0" destOrd="0" presId="urn:microsoft.com/office/officeart/2005/8/layout/default"/>
    <dgm:cxn modelId="{F7238C73-0483-4F7C-8955-3CA0BA0DF228}" type="presParOf" srcId="{71D05037-638F-4B68-A4A7-78569B04E9E1}" destId="{156B717D-CECA-4F36-B003-DA12F5424B6F}" srcOrd="1" destOrd="0" presId="urn:microsoft.com/office/officeart/2005/8/layout/default"/>
    <dgm:cxn modelId="{FAA4409E-172A-43BF-8569-A031B185AB70}" type="presParOf" srcId="{71D05037-638F-4B68-A4A7-78569B04E9E1}" destId="{AFF611B1-4BEB-4A39-83A0-65E57F4D981F}" srcOrd="2" destOrd="0" presId="urn:microsoft.com/office/officeart/2005/8/layout/default"/>
    <dgm:cxn modelId="{901AA0D5-04DE-454E-BAAF-25EDA0A32AF9}" type="presParOf" srcId="{71D05037-638F-4B68-A4A7-78569B04E9E1}" destId="{D3FE7941-1CC5-428B-A709-9B4278608697}" srcOrd="3" destOrd="0" presId="urn:microsoft.com/office/officeart/2005/8/layout/default"/>
    <dgm:cxn modelId="{61E108C9-4FFA-4EE0-855A-73DD5966E8C9}" type="presParOf" srcId="{71D05037-638F-4B68-A4A7-78569B04E9E1}" destId="{ED0DCB62-9266-4069-A6E8-1FDBFC442ECA}" srcOrd="4" destOrd="0" presId="urn:microsoft.com/office/officeart/2005/8/layout/default"/>
    <dgm:cxn modelId="{5EB9F221-ECB2-498E-A6DD-570E9DE9E080}" type="presParOf" srcId="{71D05037-638F-4B68-A4A7-78569B04E9E1}" destId="{50265A67-289E-409F-B5A2-953ED2AD4696}" srcOrd="5" destOrd="0" presId="urn:microsoft.com/office/officeart/2005/8/layout/default"/>
    <dgm:cxn modelId="{D0E329FC-C2A2-467F-931E-8AA2919C3C47}" type="presParOf" srcId="{71D05037-638F-4B68-A4A7-78569B04E9E1}" destId="{75BD41C8-F266-4286-AE82-02A63839BA79}" srcOrd="6" destOrd="0" presId="urn:microsoft.com/office/officeart/2005/8/layout/default"/>
    <dgm:cxn modelId="{4396B5E3-BC96-48EE-81D1-9EFC9DF5E078}" type="presParOf" srcId="{71D05037-638F-4B68-A4A7-78569B04E9E1}" destId="{017A86CD-BC85-4CFB-B64E-FED3029A05A2}" srcOrd="7" destOrd="0" presId="urn:microsoft.com/office/officeart/2005/8/layout/default"/>
    <dgm:cxn modelId="{4C32842D-9FBF-4844-AFC1-0F8636D12F65}" type="presParOf" srcId="{71D05037-638F-4B68-A4A7-78569B04E9E1}" destId="{283695E3-2B13-4A4C-B7A1-347FBA357582}" srcOrd="8" destOrd="0" presId="urn:microsoft.com/office/officeart/2005/8/layout/default"/>
    <dgm:cxn modelId="{EDCFAE5C-7A86-49F1-88FB-C53A7D84EADA}" type="presParOf" srcId="{71D05037-638F-4B68-A4A7-78569B04E9E1}" destId="{48C5BB77-01E3-4264-907F-2463B8848A17}" srcOrd="9" destOrd="0" presId="urn:microsoft.com/office/officeart/2005/8/layout/default"/>
    <dgm:cxn modelId="{4743E02E-E865-45EC-88E7-65C233823914}" type="presParOf" srcId="{71D05037-638F-4B68-A4A7-78569B04E9E1}" destId="{DF007019-A9CD-419D-88D9-4A2A9FCFE3DD}" srcOrd="10" destOrd="0" presId="urn:microsoft.com/office/officeart/2005/8/layout/default"/>
    <dgm:cxn modelId="{0C2D8A8B-C2F9-4510-B23E-4C878A8B1614}" type="presParOf" srcId="{71D05037-638F-4B68-A4A7-78569B04E9E1}" destId="{C90255E6-46B8-418D-A464-20D477000604}" srcOrd="11" destOrd="0" presId="urn:microsoft.com/office/officeart/2005/8/layout/default"/>
    <dgm:cxn modelId="{035D519F-20B0-47D5-8E7B-C404C7352E65}" type="presParOf" srcId="{71D05037-638F-4B68-A4A7-78569B04E9E1}" destId="{1C19010C-7A66-43EC-AD2F-455C6EB2F046}" srcOrd="12" destOrd="0" presId="urn:microsoft.com/office/officeart/2005/8/layout/default"/>
    <dgm:cxn modelId="{78AB3249-F033-4ADF-8C5D-EBAF16B68CA3}" type="presParOf" srcId="{71D05037-638F-4B68-A4A7-78569B04E9E1}" destId="{75477EFE-DCB4-4347-98B1-5C0383371F9A}" srcOrd="13" destOrd="0" presId="urn:microsoft.com/office/officeart/2005/8/layout/default"/>
    <dgm:cxn modelId="{6145DCB8-BA3C-49F8-B452-3F9DD8C74B19}" type="presParOf" srcId="{71D05037-638F-4B68-A4A7-78569B04E9E1}" destId="{766BDA6B-0DEB-461D-BA2C-07326786670A}" srcOrd="14" destOrd="0" presId="urn:microsoft.com/office/officeart/2005/8/layout/default"/>
    <dgm:cxn modelId="{E550026A-9AED-4E3C-B873-925ACDABEC8F}" type="presParOf" srcId="{71D05037-638F-4B68-A4A7-78569B04E9E1}" destId="{9DD414BD-99EF-4669-BCF2-98BF2074AF78}" srcOrd="15" destOrd="0" presId="urn:microsoft.com/office/officeart/2005/8/layout/default"/>
    <dgm:cxn modelId="{389D551A-F0FB-46D6-8AC1-AF632307B694}" type="presParOf" srcId="{71D05037-638F-4B68-A4A7-78569B04E9E1}" destId="{70E81097-E244-4C9D-85C6-4F1081334AFA}" srcOrd="16" destOrd="0" presId="urn:microsoft.com/office/officeart/2005/8/layout/default"/>
    <dgm:cxn modelId="{E1F05776-AB70-4DE8-80F9-C0E1A9D43522}" type="presParOf" srcId="{71D05037-638F-4B68-A4A7-78569B04E9E1}" destId="{BC4FAA23-7440-4C89-91C0-E506C6FC2BEA}" srcOrd="17" destOrd="0" presId="urn:microsoft.com/office/officeart/2005/8/layout/default"/>
    <dgm:cxn modelId="{A6224FD5-466B-4D2D-8812-329DC893B927}" type="presParOf" srcId="{71D05037-638F-4B68-A4A7-78569B04E9E1}" destId="{5A8F4090-48A0-46C7-BB93-B56EDE762F41}" srcOrd="18" destOrd="0" presId="urn:microsoft.com/office/officeart/2005/8/layout/default"/>
    <dgm:cxn modelId="{069A548C-277A-4634-AF25-8F0358BCA07E}" type="presParOf" srcId="{71D05037-638F-4B68-A4A7-78569B04E9E1}" destId="{ADC0D1D9-4821-4FD1-A9DC-13680BFD7622}" srcOrd="19" destOrd="0" presId="urn:microsoft.com/office/officeart/2005/8/layout/default"/>
    <dgm:cxn modelId="{1192C086-4A64-4F0C-8BA8-EE2A042A9335}" type="presParOf" srcId="{71D05037-638F-4B68-A4A7-78569B04E9E1}" destId="{1E1F2E0A-7803-44BC-932A-8BF23863110F}" srcOrd="20" destOrd="0" presId="urn:microsoft.com/office/officeart/2005/8/layout/default"/>
    <dgm:cxn modelId="{920360A6-D47B-4CBC-933C-EA92EE67843D}" type="presParOf" srcId="{71D05037-638F-4B68-A4A7-78569B04E9E1}" destId="{22F5AC0F-AA5E-4803-A108-7AB860E17FD4}" srcOrd="21" destOrd="0" presId="urn:microsoft.com/office/officeart/2005/8/layout/default"/>
    <dgm:cxn modelId="{E927815E-228F-4506-A368-E4B0851A3CC1}" type="presParOf" srcId="{71D05037-638F-4B68-A4A7-78569B04E9E1}" destId="{A25861C0-6AA5-41F6-8B62-99A566779058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E6203D-5919-4B85-AE8B-5ECB986E1067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placeholder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required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2" custLinFactNeighborX="-21494" custLinFactNeighborY="7420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2" custLinFactNeighborX="23385" custLinFactNeighborY="-59274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D2B90F5A-5965-4A6D-A1C8-4B35F9F91A75}" type="presOf" srcId="{95EDB679-861F-42DE-BBC9-CEA7109DB563}" destId="{560E2DAA-23E6-461B-97B1-83566367E02A}" srcOrd="0" destOrd="0" presId="urn:microsoft.com/office/officeart/2005/8/layout/rings+Icon"/>
    <dgm:cxn modelId="{ABDA227A-C2C6-4F0C-8C5F-2517FDB5B786}" type="presOf" srcId="{47E6203D-5919-4B85-AE8B-5ECB986E1067}" destId="{5C160B0A-22B1-434D-99B2-0212D17B018F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0BC351FC-AAC0-4018-AB0F-70FF505742F7}" type="presOf" srcId="{CB9010F5-F833-4E22-8856-88B56EDDA438}" destId="{D5D5C5B0-4DA2-4727-9176-90CB8EFF6E3B}" srcOrd="0" destOrd="0" presId="urn:microsoft.com/office/officeart/2005/8/layout/rings+Icon"/>
    <dgm:cxn modelId="{B7126371-8966-4BCF-8970-642A27C29765}" type="presParOf" srcId="{560E2DAA-23E6-461B-97B1-83566367E02A}" destId="{5C160B0A-22B1-434D-99B2-0212D17B018F}" srcOrd="0" destOrd="0" presId="urn:microsoft.com/office/officeart/2005/8/layout/rings+Icon"/>
    <dgm:cxn modelId="{F0C31872-07B8-42CC-85BD-3C46D0B8DA7B}" type="presParOf" srcId="{560E2DAA-23E6-461B-97B1-83566367E02A}" destId="{D5D5C5B0-4DA2-4727-9176-90CB8EFF6E3B}" srcOrd="1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8CB6A-20A2-4123-8552-3E65A788AACD}">
      <dsp:nvSpPr>
        <dsp:cNvPr id="0" name=""/>
        <dsp:cNvSpPr/>
      </dsp:nvSpPr>
      <dsp:spPr>
        <a:xfrm>
          <a:off x="3023192" y="1732985"/>
          <a:ext cx="1654433" cy="574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133"/>
              </a:lnTo>
              <a:lnTo>
                <a:pt x="1654433" y="287133"/>
              </a:lnTo>
              <a:lnTo>
                <a:pt x="1654433" y="57426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3A062-A5AE-41A5-A25F-BC02FE16116E}">
      <dsp:nvSpPr>
        <dsp:cNvPr id="0" name=""/>
        <dsp:cNvSpPr/>
      </dsp:nvSpPr>
      <dsp:spPr>
        <a:xfrm>
          <a:off x="1368758" y="1732985"/>
          <a:ext cx="1654433" cy="574266"/>
        </a:xfrm>
        <a:custGeom>
          <a:avLst/>
          <a:gdLst/>
          <a:ahLst/>
          <a:cxnLst/>
          <a:rect l="0" t="0" r="0" b="0"/>
          <a:pathLst>
            <a:path>
              <a:moveTo>
                <a:pt x="1654433" y="0"/>
              </a:moveTo>
              <a:lnTo>
                <a:pt x="1654433" y="287133"/>
              </a:lnTo>
              <a:lnTo>
                <a:pt x="0" y="287133"/>
              </a:lnTo>
              <a:lnTo>
                <a:pt x="0" y="57426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1CB-7AC3-4461-BC7C-6B4FAFA234E2}">
      <dsp:nvSpPr>
        <dsp:cNvPr id="0" name=""/>
        <dsp:cNvSpPr/>
      </dsp:nvSpPr>
      <dsp:spPr>
        <a:xfrm>
          <a:off x="1655891" y="365685"/>
          <a:ext cx="2734601" cy="13673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HTML</a:t>
          </a:r>
        </a:p>
      </dsp:txBody>
      <dsp:txXfrm>
        <a:off x="1655891" y="365685"/>
        <a:ext cx="2734601" cy="1367300"/>
      </dsp:txXfrm>
    </dsp:sp>
    <dsp:sp modelId="{23708023-9BA6-4C82-AC51-E7B68D4701CB}">
      <dsp:nvSpPr>
        <dsp:cNvPr id="0" name=""/>
        <dsp:cNvSpPr/>
      </dsp:nvSpPr>
      <dsp:spPr>
        <a:xfrm>
          <a:off x="1457" y="2307252"/>
          <a:ext cx="2734601" cy="13673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Head</a:t>
          </a:r>
        </a:p>
      </dsp:txBody>
      <dsp:txXfrm>
        <a:off x="1457" y="2307252"/>
        <a:ext cx="2734601" cy="1367300"/>
      </dsp:txXfrm>
    </dsp:sp>
    <dsp:sp modelId="{A860FC31-7587-4C66-93DB-4FBD4547E754}">
      <dsp:nvSpPr>
        <dsp:cNvPr id="0" name=""/>
        <dsp:cNvSpPr/>
      </dsp:nvSpPr>
      <dsp:spPr>
        <a:xfrm>
          <a:off x="3310325" y="2307252"/>
          <a:ext cx="2734601" cy="13673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Body</a:t>
          </a:r>
        </a:p>
      </dsp:txBody>
      <dsp:txXfrm>
        <a:off x="3310325" y="2307252"/>
        <a:ext cx="2734601" cy="1367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DE2E8-C2BB-4AC5-AE31-CF1CAEEF044D}">
      <dsp:nvSpPr>
        <dsp:cNvPr id="0" name=""/>
        <dsp:cNvSpPr/>
      </dsp:nvSpPr>
      <dsp:spPr>
        <a:xfrm>
          <a:off x="652" y="165595"/>
          <a:ext cx="2543738" cy="15262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&lt;title&gt;</a:t>
          </a:r>
        </a:p>
      </dsp:txBody>
      <dsp:txXfrm>
        <a:off x="652" y="165595"/>
        <a:ext cx="2543738" cy="1526243"/>
      </dsp:txXfrm>
    </dsp:sp>
    <dsp:sp modelId="{E7374D19-758D-403E-89C5-50B4F529D1DD}">
      <dsp:nvSpPr>
        <dsp:cNvPr id="0" name=""/>
        <dsp:cNvSpPr/>
      </dsp:nvSpPr>
      <dsp:spPr>
        <a:xfrm>
          <a:off x="2798764" y="165595"/>
          <a:ext cx="2543738" cy="15262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&lt;meta&gt;</a:t>
          </a:r>
        </a:p>
      </dsp:txBody>
      <dsp:txXfrm>
        <a:off x="2798764" y="165595"/>
        <a:ext cx="2543738" cy="1526243"/>
      </dsp:txXfrm>
    </dsp:sp>
    <dsp:sp modelId="{8959BD34-2076-42ED-A777-760545B3F31C}">
      <dsp:nvSpPr>
        <dsp:cNvPr id="0" name=""/>
        <dsp:cNvSpPr/>
      </dsp:nvSpPr>
      <dsp:spPr>
        <a:xfrm>
          <a:off x="652" y="1946211"/>
          <a:ext cx="2543738" cy="15262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&lt;script&gt;</a:t>
          </a:r>
        </a:p>
      </dsp:txBody>
      <dsp:txXfrm>
        <a:off x="652" y="1946211"/>
        <a:ext cx="2543738" cy="1526243"/>
      </dsp:txXfrm>
    </dsp:sp>
    <dsp:sp modelId="{FE62594B-392C-4FD8-995D-B61B0EFD6611}">
      <dsp:nvSpPr>
        <dsp:cNvPr id="0" name=""/>
        <dsp:cNvSpPr/>
      </dsp:nvSpPr>
      <dsp:spPr>
        <a:xfrm>
          <a:off x="2798764" y="1946211"/>
          <a:ext cx="2543738" cy="15262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&lt;style&gt;</a:t>
          </a:r>
        </a:p>
      </dsp:txBody>
      <dsp:txXfrm>
        <a:off x="2798764" y="1946211"/>
        <a:ext cx="2543738" cy="1526243"/>
      </dsp:txXfrm>
    </dsp:sp>
    <dsp:sp modelId="{5E59C7EB-84EA-4E66-8CAD-D6E6C46A1A23}">
      <dsp:nvSpPr>
        <dsp:cNvPr id="0" name=""/>
        <dsp:cNvSpPr/>
      </dsp:nvSpPr>
      <dsp:spPr>
        <a:xfrm>
          <a:off x="652" y="3726828"/>
          <a:ext cx="2543738" cy="15262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&lt;link&gt;</a:t>
          </a:r>
        </a:p>
      </dsp:txBody>
      <dsp:txXfrm>
        <a:off x="652" y="3726828"/>
        <a:ext cx="2543738" cy="1526243"/>
      </dsp:txXfrm>
    </dsp:sp>
    <dsp:sp modelId="{054596D3-1A45-4BE8-92C6-24CD5894AC6E}">
      <dsp:nvSpPr>
        <dsp:cNvPr id="0" name=""/>
        <dsp:cNvSpPr/>
      </dsp:nvSpPr>
      <dsp:spPr>
        <a:xfrm>
          <a:off x="2798764" y="3726828"/>
          <a:ext cx="2543738" cy="15262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&lt;base&gt;</a:t>
          </a:r>
        </a:p>
      </dsp:txBody>
      <dsp:txXfrm>
        <a:off x="2798764" y="3726828"/>
        <a:ext cx="2543738" cy="15262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0B5CD-9581-4062-A164-3AE270C93372}">
      <dsp:nvSpPr>
        <dsp:cNvPr id="0" name=""/>
        <dsp:cNvSpPr/>
      </dsp:nvSpPr>
      <dsp:spPr>
        <a:xfrm>
          <a:off x="0" y="345989"/>
          <a:ext cx="1859717" cy="11158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Headings</a:t>
          </a:r>
        </a:p>
      </dsp:txBody>
      <dsp:txXfrm>
        <a:off x="0" y="345989"/>
        <a:ext cx="1859717" cy="1115830"/>
      </dsp:txXfrm>
    </dsp:sp>
    <dsp:sp modelId="{7584719C-FDD8-42AF-A15E-6471B82097C3}">
      <dsp:nvSpPr>
        <dsp:cNvPr id="0" name=""/>
        <dsp:cNvSpPr/>
      </dsp:nvSpPr>
      <dsp:spPr>
        <a:xfrm>
          <a:off x="2045688" y="345989"/>
          <a:ext cx="1859717" cy="11158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Text</a:t>
          </a:r>
        </a:p>
      </dsp:txBody>
      <dsp:txXfrm>
        <a:off x="2045688" y="345989"/>
        <a:ext cx="1859717" cy="1115830"/>
      </dsp:txXfrm>
    </dsp:sp>
    <dsp:sp modelId="{908B3C4D-587D-4853-BB68-E9D3A95CB672}">
      <dsp:nvSpPr>
        <dsp:cNvPr id="0" name=""/>
        <dsp:cNvSpPr/>
      </dsp:nvSpPr>
      <dsp:spPr>
        <a:xfrm>
          <a:off x="4091377" y="345989"/>
          <a:ext cx="1859717" cy="11158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Lists</a:t>
          </a:r>
        </a:p>
      </dsp:txBody>
      <dsp:txXfrm>
        <a:off x="4091377" y="345989"/>
        <a:ext cx="1859717" cy="1115830"/>
      </dsp:txXfrm>
    </dsp:sp>
    <dsp:sp modelId="{10A31278-F0E9-488B-A0AA-8E39A3CF8C4C}">
      <dsp:nvSpPr>
        <dsp:cNvPr id="0" name=""/>
        <dsp:cNvSpPr/>
      </dsp:nvSpPr>
      <dsp:spPr>
        <a:xfrm>
          <a:off x="839253" y="1656885"/>
          <a:ext cx="1859717" cy="11158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Links</a:t>
          </a:r>
        </a:p>
      </dsp:txBody>
      <dsp:txXfrm>
        <a:off x="839253" y="1656885"/>
        <a:ext cx="1859717" cy="1115830"/>
      </dsp:txXfrm>
    </dsp:sp>
    <dsp:sp modelId="{D1A62E8F-51C3-4F4D-A91A-A718892D59C8}">
      <dsp:nvSpPr>
        <dsp:cNvPr id="0" name=""/>
        <dsp:cNvSpPr/>
      </dsp:nvSpPr>
      <dsp:spPr>
        <a:xfrm>
          <a:off x="3278737" y="1656885"/>
          <a:ext cx="1859717" cy="11158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Images</a:t>
          </a:r>
        </a:p>
      </dsp:txBody>
      <dsp:txXfrm>
        <a:off x="3278737" y="1656885"/>
        <a:ext cx="1859717" cy="1115830"/>
      </dsp:txXfrm>
    </dsp:sp>
    <dsp:sp modelId="{14F51D58-6348-4325-9AB9-5EA22F68425D}">
      <dsp:nvSpPr>
        <dsp:cNvPr id="0" name=""/>
        <dsp:cNvSpPr/>
      </dsp:nvSpPr>
      <dsp:spPr>
        <a:xfrm>
          <a:off x="852903" y="2923084"/>
          <a:ext cx="1859717" cy="11158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Tables</a:t>
          </a:r>
        </a:p>
      </dsp:txBody>
      <dsp:txXfrm>
        <a:off x="852903" y="2923084"/>
        <a:ext cx="1859717" cy="1115830"/>
      </dsp:txXfrm>
    </dsp:sp>
    <dsp:sp modelId="{D2ED8A8E-42F1-4560-B572-C09D1F5C3299}">
      <dsp:nvSpPr>
        <dsp:cNvPr id="0" name=""/>
        <dsp:cNvSpPr/>
      </dsp:nvSpPr>
      <dsp:spPr>
        <a:xfrm>
          <a:off x="3264566" y="2923081"/>
          <a:ext cx="1859717" cy="11158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Forms</a:t>
          </a:r>
        </a:p>
      </dsp:txBody>
      <dsp:txXfrm>
        <a:off x="3264566" y="2923081"/>
        <a:ext cx="1859717" cy="11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DFC9B-7267-4CC4-A780-B68FA8FF92A2}">
      <dsp:nvSpPr>
        <dsp:cNvPr id="0" name=""/>
        <dsp:cNvSpPr/>
      </dsp:nvSpPr>
      <dsp:spPr>
        <a:xfrm>
          <a:off x="4307109" y="625530"/>
          <a:ext cx="1657015" cy="16573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48A21-452B-484F-93BA-30BE64D497EC}">
      <dsp:nvSpPr>
        <dsp:cNvPr id="0" name=""/>
        <dsp:cNvSpPr/>
      </dsp:nvSpPr>
      <dsp:spPr>
        <a:xfrm>
          <a:off x="4362127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Layout</a:t>
          </a:r>
        </a:p>
      </dsp:txBody>
      <dsp:txXfrm>
        <a:off x="4583279" y="901799"/>
        <a:ext cx="1104677" cy="1104784"/>
      </dsp:txXfrm>
    </dsp:sp>
    <dsp:sp modelId="{37FFF7C9-AA1C-43B0-844F-D53526494EB5}">
      <dsp:nvSpPr>
        <dsp:cNvPr id="0" name=""/>
        <dsp:cNvSpPr/>
      </dsp:nvSpPr>
      <dsp:spPr>
        <a:xfrm rot="2700000">
          <a:off x="2596532" y="627534"/>
          <a:ext cx="1653024" cy="1653024"/>
        </a:xfrm>
        <a:prstGeom prst="teardrop">
          <a:avLst>
            <a:gd name="adj" fmla="val 10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86CC1-16F1-4CC3-B4E4-2D5B52464FEC}">
      <dsp:nvSpPr>
        <dsp:cNvPr id="0" name=""/>
        <dsp:cNvSpPr/>
      </dsp:nvSpPr>
      <dsp:spPr>
        <a:xfrm>
          <a:off x="2649554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Formatting</a:t>
          </a:r>
        </a:p>
      </dsp:txBody>
      <dsp:txXfrm>
        <a:off x="2870705" y="901799"/>
        <a:ext cx="1104677" cy="1104784"/>
      </dsp:txXfrm>
    </dsp:sp>
    <dsp:sp modelId="{4DE16052-FEED-4A18-A444-555255CF233D}">
      <dsp:nvSpPr>
        <dsp:cNvPr id="0" name=""/>
        <dsp:cNvSpPr/>
      </dsp:nvSpPr>
      <dsp:spPr>
        <a:xfrm rot="2700000">
          <a:off x="883959" y="627534"/>
          <a:ext cx="1653024" cy="1653024"/>
        </a:xfrm>
        <a:prstGeom prst="teardrop">
          <a:avLst>
            <a:gd name="adj" fmla="val 10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172BE-79D2-4804-B90E-0D34142AC579}">
      <dsp:nvSpPr>
        <dsp:cNvPr id="0" name=""/>
        <dsp:cNvSpPr/>
      </dsp:nvSpPr>
      <dsp:spPr>
        <a:xfrm>
          <a:off x="936981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Sizing</a:t>
          </a:r>
        </a:p>
      </dsp:txBody>
      <dsp:txXfrm>
        <a:off x="1158132" y="901799"/>
        <a:ext cx="1104677" cy="11047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FF7C9-AA1C-43B0-844F-D53526494EB5}">
      <dsp:nvSpPr>
        <dsp:cNvPr id="0" name=""/>
        <dsp:cNvSpPr/>
      </dsp:nvSpPr>
      <dsp:spPr>
        <a:xfrm>
          <a:off x="3445891" y="606258"/>
          <a:ext cx="1606283" cy="16062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86CC1-16F1-4CC3-B4E4-2D5B52464FEC}">
      <dsp:nvSpPr>
        <dsp:cNvPr id="0" name=""/>
        <dsp:cNvSpPr/>
      </dsp:nvSpPr>
      <dsp:spPr>
        <a:xfrm>
          <a:off x="3499410" y="659809"/>
          <a:ext cx="1498889" cy="14991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Whitespaces &amp; Special Characters</a:t>
          </a:r>
        </a:p>
      </dsp:txBody>
      <dsp:txXfrm>
        <a:off x="3713843" y="874015"/>
        <a:ext cx="1070737" cy="1070746"/>
      </dsp:txXfrm>
    </dsp:sp>
    <dsp:sp modelId="{4DE16052-FEED-4A18-A444-555255CF233D}">
      <dsp:nvSpPr>
        <dsp:cNvPr id="0" name=""/>
        <dsp:cNvSpPr/>
      </dsp:nvSpPr>
      <dsp:spPr>
        <a:xfrm rot="2700000">
          <a:off x="1786240" y="606079"/>
          <a:ext cx="1606337" cy="1606337"/>
        </a:xfrm>
        <a:prstGeom prst="teardrop">
          <a:avLst>
            <a:gd name="adj" fmla="val 10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172BE-79D2-4804-B90E-0D34142AC579}">
      <dsp:nvSpPr>
        <dsp:cNvPr id="0" name=""/>
        <dsp:cNvSpPr/>
      </dsp:nvSpPr>
      <dsp:spPr>
        <a:xfrm>
          <a:off x="1839964" y="659809"/>
          <a:ext cx="1498889" cy="14991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Breaking Line &amp; Separators</a:t>
          </a:r>
        </a:p>
      </dsp:txBody>
      <dsp:txXfrm>
        <a:off x="2054040" y="874015"/>
        <a:ext cx="1070737" cy="10707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1E3DD-F00F-42CA-9156-42955A3CABE9}">
      <dsp:nvSpPr>
        <dsp:cNvPr id="0" name=""/>
        <dsp:cNvSpPr/>
      </dsp:nvSpPr>
      <dsp:spPr>
        <a:xfrm>
          <a:off x="3161189" y="1424328"/>
          <a:ext cx="1328626" cy="2527797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Definition</a:t>
          </a:r>
        </a:p>
      </dsp:txBody>
      <dsp:txXfrm rot="16200000">
        <a:off x="3146778" y="2389115"/>
        <a:ext cx="2275017" cy="345442"/>
      </dsp:txXfrm>
    </dsp:sp>
    <dsp:sp modelId="{E9FAA7D6-09FA-4ECF-B636-915BC56E1707}">
      <dsp:nvSpPr>
        <dsp:cNvPr id="0" name=""/>
        <dsp:cNvSpPr/>
      </dsp:nvSpPr>
      <dsp:spPr>
        <a:xfrm>
          <a:off x="1713766" y="997916"/>
          <a:ext cx="1328626" cy="2952861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Ordered</a:t>
          </a:r>
        </a:p>
      </dsp:txBody>
      <dsp:txXfrm rot="16200000">
        <a:off x="1508076" y="2153982"/>
        <a:ext cx="2657575" cy="345442"/>
      </dsp:txXfrm>
    </dsp:sp>
    <dsp:sp modelId="{6F12D114-17C2-4931-B8D8-CAC92B8539F7}">
      <dsp:nvSpPr>
        <dsp:cNvPr id="0" name=""/>
        <dsp:cNvSpPr/>
      </dsp:nvSpPr>
      <dsp:spPr>
        <a:xfrm>
          <a:off x="262066" y="596111"/>
          <a:ext cx="1328626" cy="33546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Unordered</a:t>
          </a:r>
        </a:p>
      </dsp:txBody>
      <dsp:txXfrm rot="16200000">
        <a:off x="-124435" y="1932989"/>
        <a:ext cx="3019199" cy="3454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B2E53-F2CE-45CC-B8D1-57B46165441B}">
      <dsp:nvSpPr>
        <dsp:cNvPr id="0" name=""/>
        <dsp:cNvSpPr/>
      </dsp:nvSpPr>
      <dsp:spPr>
        <a:xfrm rot="10800000">
          <a:off x="1226115" y="2364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File</a:t>
          </a:r>
        </a:p>
      </dsp:txBody>
      <dsp:txXfrm rot="10800000">
        <a:off x="1491968" y="2364"/>
        <a:ext cx="3546528" cy="1063414"/>
      </dsp:txXfrm>
    </dsp:sp>
    <dsp:sp modelId="{FCBFB72F-5CE1-4223-A22C-197952B15C62}">
      <dsp:nvSpPr>
        <dsp:cNvPr id="0" name=""/>
        <dsp:cNvSpPr/>
      </dsp:nvSpPr>
      <dsp:spPr>
        <a:xfrm>
          <a:off x="694407" y="2364"/>
          <a:ext cx="1063414" cy="1063414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459" t="12687" r="15252" b="12825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9B93D1-19FE-4DBE-B821-77DC1D8C8D20}">
      <dsp:nvSpPr>
        <dsp:cNvPr id="0" name=""/>
        <dsp:cNvSpPr/>
      </dsp:nvSpPr>
      <dsp:spPr>
        <a:xfrm rot="10800000">
          <a:off x="1226115" y="1383216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Anchor</a:t>
          </a:r>
        </a:p>
      </dsp:txBody>
      <dsp:txXfrm rot="10800000">
        <a:off x="1491968" y="1383216"/>
        <a:ext cx="3546528" cy="1063414"/>
      </dsp:txXfrm>
    </dsp:sp>
    <dsp:sp modelId="{196B6791-0FDD-453A-986F-8FCE5DAA951F}">
      <dsp:nvSpPr>
        <dsp:cNvPr id="0" name=""/>
        <dsp:cNvSpPr/>
      </dsp:nvSpPr>
      <dsp:spPr>
        <a:xfrm>
          <a:off x="694407" y="1384572"/>
          <a:ext cx="1063414" cy="1060702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9103" t="7066" r="13843" b="1007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04EDFD4-3A69-4923-AE85-0F8304A3CC56}">
      <dsp:nvSpPr>
        <dsp:cNvPr id="0" name=""/>
        <dsp:cNvSpPr/>
      </dsp:nvSpPr>
      <dsp:spPr>
        <a:xfrm rot="10800000">
          <a:off x="1226115" y="2764068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Email</a:t>
          </a:r>
        </a:p>
      </dsp:txBody>
      <dsp:txXfrm rot="10800000">
        <a:off x="1491968" y="2764068"/>
        <a:ext cx="3546528" cy="1063414"/>
      </dsp:txXfrm>
    </dsp:sp>
    <dsp:sp modelId="{9BC97F3E-AAAF-423B-AA10-79DB8482BE01}">
      <dsp:nvSpPr>
        <dsp:cNvPr id="0" name=""/>
        <dsp:cNvSpPr/>
      </dsp:nvSpPr>
      <dsp:spPr>
        <a:xfrm>
          <a:off x="694407" y="2764068"/>
          <a:ext cx="1063414" cy="1063414"/>
        </a:xfrm>
        <a:prstGeom prst="ellipse">
          <a:avLst/>
        </a:prstGeom>
        <a:blipFill dpi="0" rotWithShape="1">
          <a:blip xmlns:r="http://schemas.openxmlformats.org/officeDocument/2006/relationships"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1276" t="12747" r="16662" b="17311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44DE6-20CB-4CFB-9909-E015B9996B29}">
      <dsp:nvSpPr>
        <dsp:cNvPr id="0" name=""/>
        <dsp:cNvSpPr/>
      </dsp:nvSpPr>
      <dsp:spPr>
        <a:xfrm>
          <a:off x="0" y="78445"/>
          <a:ext cx="2315931" cy="2315897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Insert</a:t>
          </a:r>
        </a:p>
      </dsp:txBody>
      <dsp:txXfrm>
        <a:off x="339160" y="417600"/>
        <a:ext cx="1637611" cy="1637587"/>
      </dsp:txXfrm>
    </dsp:sp>
    <dsp:sp modelId="{B0D9117D-04E1-4072-8B06-C9068AFE129A}">
      <dsp:nvSpPr>
        <dsp:cNvPr id="0" name=""/>
        <dsp:cNvSpPr/>
      </dsp:nvSpPr>
      <dsp:spPr>
        <a:xfrm>
          <a:off x="1192030" y="1623020"/>
          <a:ext cx="2315931" cy="2315897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Format</a:t>
          </a:r>
        </a:p>
      </dsp:txBody>
      <dsp:txXfrm>
        <a:off x="1531190" y="1962175"/>
        <a:ext cx="1637611" cy="1637587"/>
      </dsp:txXfrm>
    </dsp:sp>
    <dsp:sp modelId="{E67C21DA-3BD6-4187-A5CB-72B0EA8204F6}">
      <dsp:nvSpPr>
        <dsp:cNvPr id="0" name=""/>
        <dsp:cNvSpPr/>
      </dsp:nvSpPr>
      <dsp:spPr>
        <a:xfrm>
          <a:off x="2382650" y="78445"/>
          <a:ext cx="2315931" cy="231589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Align</a:t>
          </a:r>
        </a:p>
      </dsp:txBody>
      <dsp:txXfrm>
        <a:off x="2721810" y="417600"/>
        <a:ext cx="1637611" cy="16375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0" y="663765"/>
          <a:ext cx="1664707" cy="166470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Header</a:t>
          </a:r>
        </a:p>
      </dsp:txBody>
      <dsp:txXfrm>
        <a:off x="243791" y="907555"/>
        <a:ext cx="1177125" cy="1177123"/>
      </dsp:txXfrm>
    </dsp:sp>
    <dsp:sp modelId="{D5D5C5B0-4DA2-4727-9176-90CB8EFF6E3B}">
      <dsp:nvSpPr>
        <dsp:cNvPr id="0" name=""/>
        <dsp:cNvSpPr/>
      </dsp:nvSpPr>
      <dsp:spPr>
        <a:xfrm>
          <a:off x="856018" y="1774030"/>
          <a:ext cx="1664707" cy="1664703"/>
        </a:xfrm>
        <a:prstGeom prst="ellipse">
          <a:avLst/>
        </a:prstGeom>
        <a:solidFill>
          <a:schemeClr val="accent4">
            <a:alpha val="50000"/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Merging</a:t>
          </a:r>
        </a:p>
      </dsp:txBody>
      <dsp:txXfrm>
        <a:off x="1099809" y="2017820"/>
        <a:ext cx="1177125" cy="1177123"/>
      </dsp:txXfrm>
    </dsp:sp>
    <dsp:sp modelId="{F6F30E5F-8D6C-4A97-A2D4-DC079124C96A}">
      <dsp:nvSpPr>
        <dsp:cNvPr id="0" name=""/>
        <dsp:cNvSpPr/>
      </dsp:nvSpPr>
      <dsp:spPr>
        <a:xfrm>
          <a:off x="1712546" y="663765"/>
          <a:ext cx="1664707" cy="1664703"/>
        </a:xfrm>
        <a:prstGeom prst="ellipse">
          <a:avLst/>
        </a:prstGeom>
        <a:solidFill>
          <a:schemeClr val="accent4">
            <a:alpha val="50000"/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Row</a:t>
          </a:r>
        </a:p>
      </dsp:txBody>
      <dsp:txXfrm>
        <a:off x="1956337" y="907555"/>
        <a:ext cx="1177125" cy="1177123"/>
      </dsp:txXfrm>
    </dsp:sp>
    <dsp:sp modelId="{F5ACDD82-2EAA-4E14-9BB6-0E4CF43D37E0}">
      <dsp:nvSpPr>
        <dsp:cNvPr id="0" name=""/>
        <dsp:cNvSpPr/>
      </dsp:nvSpPr>
      <dsp:spPr>
        <a:xfrm>
          <a:off x="2568565" y="1774030"/>
          <a:ext cx="1664707" cy="1664703"/>
        </a:xfrm>
        <a:prstGeom prst="ellipse">
          <a:avLst/>
        </a:prstGeom>
        <a:solidFill>
          <a:schemeClr val="accent4">
            <a:alpha val="50000"/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Nested</a:t>
          </a:r>
        </a:p>
      </dsp:txBody>
      <dsp:txXfrm>
        <a:off x="2812356" y="2017820"/>
        <a:ext cx="1177125" cy="1177123"/>
      </dsp:txXfrm>
    </dsp:sp>
    <dsp:sp modelId="{CD0E5251-E504-45C7-A325-7D085622F920}">
      <dsp:nvSpPr>
        <dsp:cNvPr id="0" name=""/>
        <dsp:cNvSpPr/>
      </dsp:nvSpPr>
      <dsp:spPr>
        <a:xfrm>
          <a:off x="3424583" y="663765"/>
          <a:ext cx="1664707" cy="1664703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Column</a:t>
          </a:r>
        </a:p>
      </dsp:txBody>
      <dsp:txXfrm>
        <a:off x="3668374" y="907555"/>
        <a:ext cx="1177125" cy="11771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0" y="663765"/>
          <a:ext cx="1664707" cy="166470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Font</a:t>
          </a:r>
        </a:p>
      </dsp:txBody>
      <dsp:txXfrm>
        <a:off x="243791" y="907555"/>
        <a:ext cx="1177125" cy="1177123"/>
      </dsp:txXfrm>
    </dsp:sp>
    <dsp:sp modelId="{D5D5C5B0-4DA2-4727-9176-90CB8EFF6E3B}">
      <dsp:nvSpPr>
        <dsp:cNvPr id="0" name=""/>
        <dsp:cNvSpPr/>
      </dsp:nvSpPr>
      <dsp:spPr>
        <a:xfrm>
          <a:off x="856018" y="1774030"/>
          <a:ext cx="1664707" cy="1664703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Alignment</a:t>
          </a:r>
        </a:p>
      </dsp:txBody>
      <dsp:txXfrm>
        <a:off x="1099809" y="2017820"/>
        <a:ext cx="1177125" cy="1177123"/>
      </dsp:txXfrm>
    </dsp:sp>
    <dsp:sp modelId="{F6F30E5F-8D6C-4A97-A2D4-DC079124C96A}">
      <dsp:nvSpPr>
        <dsp:cNvPr id="0" name=""/>
        <dsp:cNvSpPr/>
      </dsp:nvSpPr>
      <dsp:spPr>
        <a:xfrm>
          <a:off x="1712546" y="663765"/>
          <a:ext cx="1664707" cy="166470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Style</a:t>
          </a:r>
        </a:p>
      </dsp:txBody>
      <dsp:txXfrm>
        <a:off x="1956337" y="907555"/>
        <a:ext cx="1177125" cy="1177123"/>
      </dsp:txXfrm>
    </dsp:sp>
    <dsp:sp modelId="{F5ACDD82-2EAA-4E14-9BB6-0E4CF43D37E0}">
      <dsp:nvSpPr>
        <dsp:cNvPr id="0" name=""/>
        <dsp:cNvSpPr/>
      </dsp:nvSpPr>
      <dsp:spPr>
        <a:xfrm>
          <a:off x="2568565" y="1774030"/>
          <a:ext cx="1664707" cy="166470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Border</a:t>
          </a:r>
        </a:p>
      </dsp:txBody>
      <dsp:txXfrm>
        <a:off x="2812356" y="2017820"/>
        <a:ext cx="1177125" cy="1177123"/>
      </dsp:txXfrm>
    </dsp:sp>
    <dsp:sp modelId="{CD0E5251-E504-45C7-A325-7D085622F920}">
      <dsp:nvSpPr>
        <dsp:cNvPr id="0" name=""/>
        <dsp:cNvSpPr/>
      </dsp:nvSpPr>
      <dsp:spPr>
        <a:xfrm>
          <a:off x="3424583" y="663765"/>
          <a:ext cx="1664707" cy="1664703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Spacing</a:t>
          </a:r>
        </a:p>
      </dsp:txBody>
      <dsp:txXfrm>
        <a:off x="3668374" y="907555"/>
        <a:ext cx="1177125" cy="117712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98CDB-19F1-483D-A60A-3ACC410B56F6}">
      <dsp:nvSpPr>
        <dsp:cNvPr id="0" name=""/>
        <dsp:cNvSpPr/>
      </dsp:nvSpPr>
      <dsp:spPr>
        <a:xfrm>
          <a:off x="186672" y="3185"/>
          <a:ext cx="1542643" cy="9255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Textbox</a:t>
          </a:r>
        </a:p>
      </dsp:txBody>
      <dsp:txXfrm>
        <a:off x="186672" y="3185"/>
        <a:ext cx="1542643" cy="925586"/>
      </dsp:txXfrm>
    </dsp:sp>
    <dsp:sp modelId="{AFF611B1-4BEB-4A39-83A0-65E57F4D981F}">
      <dsp:nvSpPr>
        <dsp:cNvPr id="0" name=""/>
        <dsp:cNvSpPr/>
      </dsp:nvSpPr>
      <dsp:spPr>
        <a:xfrm>
          <a:off x="1883581" y="3185"/>
          <a:ext cx="1542643" cy="925586"/>
        </a:xfrm>
        <a:prstGeom prst="rect">
          <a:avLst/>
        </a:prstGeom>
        <a:solidFill>
          <a:schemeClr val="accent5">
            <a:hueOff val="-668486"/>
            <a:satOff val="-930"/>
            <a:lumOff val="-3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Password</a:t>
          </a:r>
        </a:p>
      </dsp:txBody>
      <dsp:txXfrm>
        <a:off x="1883581" y="3185"/>
        <a:ext cx="1542643" cy="925586"/>
      </dsp:txXfrm>
    </dsp:sp>
    <dsp:sp modelId="{ED0DCB62-9266-4069-A6E8-1FDBFC442ECA}">
      <dsp:nvSpPr>
        <dsp:cNvPr id="0" name=""/>
        <dsp:cNvSpPr/>
      </dsp:nvSpPr>
      <dsp:spPr>
        <a:xfrm>
          <a:off x="3580489" y="3185"/>
          <a:ext cx="1542643" cy="925586"/>
        </a:xfrm>
        <a:prstGeom prst="rect">
          <a:avLst/>
        </a:prstGeom>
        <a:solidFill>
          <a:schemeClr val="accent5">
            <a:hueOff val="-1336972"/>
            <a:satOff val="-1860"/>
            <a:lumOff val="-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Hidden</a:t>
          </a:r>
        </a:p>
      </dsp:txBody>
      <dsp:txXfrm>
        <a:off x="3580489" y="3185"/>
        <a:ext cx="1542643" cy="925586"/>
      </dsp:txXfrm>
    </dsp:sp>
    <dsp:sp modelId="{75BD41C8-F266-4286-AE82-02A63839BA79}">
      <dsp:nvSpPr>
        <dsp:cNvPr id="0" name=""/>
        <dsp:cNvSpPr/>
      </dsp:nvSpPr>
      <dsp:spPr>
        <a:xfrm>
          <a:off x="186672" y="1083036"/>
          <a:ext cx="1542643" cy="925586"/>
        </a:xfrm>
        <a:prstGeom prst="rect">
          <a:avLst/>
        </a:prstGeom>
        <a:solidFill>
          <a:schemeClr val="accent5">
            <a:hueOff val="-2005458"/>
            <a:satOff val="-2789"/>
            <a:lumOff val="-1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Checkbox</a:t>
          </a:r>
        </a:p>
      </dsp:txBody>
      <dsp:txXfrm>
        <a:off x="186672" y="1083036"/>
        <a:ext cx="1542643" cy="925586"/>
      </dsp:txXfrm>
    </dsp:sp>
    <dsp:sp modelId="{283695E3-2B13-4A4C-B7A1-347FBA357582}">
      <dsp:nvSpPr>
        <dsp:cNvPr id="0" name=""/>
        <dsp:cNvSpPr/>
      </dsp:nvSpPr>
      <dsp:spPr>
        <a:xfrm>
          <a:off x="1883581" y="1083036"/>
          <a:ext cx="1542643" cy="925586"/>
        </a:xfrm>
        <a:prstGeom prst="rect">
          <a:avLst/>
        </a:prstGeom>
        <a:solidFill>
          <a:schemeClr val="accent5">
            <a:hueOff val="-2673943"/>
            <a:satOff val="-3719"/>
            <a:lumOff val="-14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Radio button</a:t>
          </a:r>
        </a:p>
      </dsp:txBody>
      <dsp:txXfrm>
        <a:off x="1883581" y="1083036"/>
        <a:ext cx="1542643" cy="925586"/>
      </dsp:txXfrm>
    </dsp:sp>
    <dsp:sp modelId="{DF007019-A9CD-419D-88D9-4A2A9FCFE3DD}">
      <dsp:nvSpPr>
        <dsp:cNvPr id="0" name=""/>
        <dsp:cNvSpPr/>
      </dsp:nvSpPr>
      <dsp:spPr>
        <a:xfrm>
          <a:off x="3580489" y="1083036"/>
          <a:ext cx="1542643" cy="925586"/>
        </a:xfrm>
        <a:prstGeom prst="rect">
          <a:avLst/>
        </a:prstGeom>
        <a:solidFill>
          <a:schemeClr val="accent5">
            <a:hueOff val="-3342429"/>
            <a:satOff val="-4649"/>
            <a:lumOff val="-1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Button</a:t>
          </a:r>
        </a:p>
      </dsp:txBody>
      <dsp:txXfrm>
        <a:off x="3580489" y="1083036"/>
        <a:ext cx="1542643" cy="925586"/>
      </dsp:txXfrm>
    </dsp:sp>
    <dsp:sp modelId="{1C19010C-7A66-43EC-AD2F-455C6EB2F046}">
      <dsp:nvSpPr>
        <dsp:cNvPr id="0" name=""/>
        <dsp:cNvSpPr/>
      </dsp:nvSpPr>
      <dsp:spPr>
        <a:xfrm>
          <a:off x="186672" y="2162887"/>
          <a:ext cx="1542643" cy="925586"/>
        </a:xfrm>
        <a:prstGeom prst="rect">
          <a:avLst/>
        </a:prstGeom>
        <a:solidFill>
          <a:schemeClr val="accent5">
            <a:hueOff val="-4010915"/>
            <a:satOff val="-5579"/>
            <a:lumOff val="-21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Submit</a:t>
          </a:r>
        </a:p>
      </dsp:txBody>
      <dsp:txXfrm>
        <a:off x="186672" y="2162887"/>
        <a:ext cx="1542643" cy="925586"/>
      </dsp:txXfrm>
    </dsp:sp>
    <dsp:sp modelId="{766BDA6B-0DEB-461D-BA2C-07326786670A}">
      <dsp:nvSpPr>
        <dsp:cNvPr id="0" name=""/>
        <dsp:cNvSpPr/>
      </dsp:nvSpPr>
      <dsp:spPr>
        <a:xfrm>
          <a:off x="1883581" y="2162887"/>
          <a:ext cx="1542643" cy="925586"/>
        </a:xfrm>
        <a:prstGeom prst="rect">
          <a:avLst/>
        </a:prstGeom>
        <a:solidFill>
          <a:schemeClr val="accent5">
            <a:hueOff val="-4679401"/>
            <a:satOff val="-6509"/>
            <a:lumOff val="-24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Reset</a:t>
          </a:r>
        </a:p>
      </dsp:txBody>
      <dsp:txXfrm>
        <a:off x="1883581" y="2162887"/>
        <a:ext cx="1542643" cy="925586"/>
      </dsp:txXfrm>
    </dsp:sp>
    <dsp:sp modelId="{70E81097-E244-4C9D-85C6-4F1081334AFA}">
      <dsp:nvSpPr>
        <dsp:cNvPr id="0" name=""/>
        <dsp:cNvSpPr/>
      </dsp:nvSpPr>
      <dsp:spPr>
        <a:xfrm>
          <a:off x="3580489" y="2162887"/>
          <a:ext cx="1542643" cy="925586"/>
        </a:xfrm>
        <a:prstGeom prst="rect">
          <a:avLst/>
        </a:prstGeom>
        <a:solidFill>
          <a:schemeClr val="accent5">
            <a:hueOff val="-5347887"/>
            <a:satOff val="-7439"/>
            <a:lumOff val="-2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Image Button</a:t>
          </a:r>
        </a:p>
      </dsp:txBody>
      <dsp:txXfrm>
        <a:off x="3580489" y="2162887"/>
        <a:ext cx="1542643" cy="925586"/>
      </dsp:txXfrm>
    </dsp:sp>
    <dsp:sp modelId="{5A8F4090-48A0-46C7-BB93-B56EDE762F41}">
      <dsp:nvSpPr>
        <dsp:cNvPr id="0" name=""/>
        <dsp:cNvSpPr/>
      </dsp:nvSpPr>
      <dsp:spPr>
        <a:xfrm>
          <a:off x="186672" y="3242737"/>
          <a:ext cx="1542643" cy="925586"/>
        </a:xfrm>
        <a:prstGeom prst="rect">
          <a:avLst/>
        </a:prstGeom>
        <a:solidFill>
          <a:schemeClr val="accent5">
            <a:hueOff val="-6016373"/>
            <a:satOff val="-8368"/>
            <a:lumOff val="-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 Area</a:t>
          </a:r>
        </a:p>
      </dsp:txBody>
      <dsp:txXfrm>
        <a:off x="186672" y="3242737"/>
        <a:ext cx="1542643" cy="925586"/>
      </dsp:txXfrm>
    </dsp:sp>
    <dsp:sp modelId="{1E1F2E0A-7803-44BC-932A-8BF23863110F}">
      <dsp:nvSpPr>
        <dsp:cNvPr id="0" name=""/>
        <dsp:cNvSpPr/>
      </dsp:nvSpPr>
      <dsp:spPr>
        <a:xfrm>
          <a:off x="1883581" y="3242737"/>
          <a:ext cx="1542643" cy="925586"/>
        </a:xfrm>
        <a:prstGeom prst="rect">
          <a:avLst/>
        </a:prstGeom>
        <a:solidFill>
          <a:schemeClr val="accent5">
            <a:hueOff val="-6684859"/>
            <a:satOff val="-9298"/>
            <a:lumOff val="-35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Dropdown List</a:t>
          </a:r>
        </a:p>
      </dsp:txBody>
      <dsp:txXfrm>
        <a:off x="1883581" y="3242737"/>
        <a:ext cx="1542643" cy="925586"/>
      </dsp:txXfrm>
    </dsp:sp>
    <dsp:sp modelId="{A25861C0-6AA5-41F6-8B62-99A566779058}">
      <dsp:nvSpPr>
        <dsp:cNvPr id="0" name=""/>
        <dsp:cNvSpPr/>
      </dsp:nvSpPr>
      <dsp:spPr>
        <a:xfrm>
          <a:off x="3580489" y="3242737"/>
          <a:ext cx="1542643" cy="925586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File </a:t>
          </a:r>
          <a:r>
            <a:rPr lang="en-US" sz="2400" kern="1200" dirty="0"/>
            <a:t>Loader</a:t>
          </a:r>
        </a:p>
      </dsp:txBody>
      <dsp:txXfrm>
        <a:off x="3580489" y="3242737"/>
        <a:ext cx="1542643" cy="92558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179C8-B402-4BC4-9E1B-A9351645E0B6}">
      <dsp:nvSpPr>
        <dsp:cNvPr id="0" name=""/>
        <dsp:cNvSpPr/>
      </dsp:nvSpPr>
      <dsp:spPr>
        <a:xfrm>
          <a:off x="0" y="0"/>
          <a:ext cx="5995232" cy="400237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BLOCK</a:t>
          </a:r>
          <a:endParaRPr lang="en-US" sz="5500" kern="1200" dirty="0"/>
        </a:p>
      </dsp:txBody>
      <dsp:txXfrm>
        <a:off x="0" y="0"/>
        <a:ext cx="5995232" cy="1200711"/>
      </dsp:txXfrm>
    </dsp:sp>
    <dsp:sp modelId="{900B9CF2-87DC-448A-8CBD-1C4123BB1AF7}">
      <dsp:nvSpPr>
        <dsp:cNvPr id="0" name=""/>
        <dsp:cNvSpPr/>
      </dsp:nvSpPr>
      <dsp:spPr>
        <a:xfrm>
          <a:off x="599523" y="1201053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BLOCK</a:t>
          </a:r>
        </a:p>
      </dsp:txBody>
      <dsp:txXfrm>
        <a:off x="622553" y="1224083"/>
        <a:ext cx="4750125" cy="740246"/>
      </dsp:txXfrm>
    </dsp:sp>
    <dsp:sp modelId="{DCA0ED17-26A0-4FD1-BD51-109E734C6D65}">
      <dsp:nvSpPr>
        <dsp:cNvPr id="0" name=""/>
        <dsp:cNvSpPr/>
      </dsp:nvSpPr>
      <dsp:spPr>
        <a:xfrm>
          <a:off x="599523" y="2108330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INLINE</a:t>
          </a:r>
        </a:p>
      </dsp:txBody>
      <dsp:txXfrm>
        <a:off x="622553" y="2131360"/>
        <a:ext cx="4750125" cy="740246"/>
      </dsp:txXfrm>
    </dsp:sp>
    <dsp:sp modelId="{A3F109E9-9960-4D17-9769-3E60B8220876}">
      <dsp:nvSpPr>
        <dsp:cNvPr id="0" name=""/>
        <dsp:cNvSpPr/>
      </dsp:nvSpPr>
      <dsp:spPr>
        <a:xfrm>
          <a:off x="599523" y="3015606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TEXT</a:t>
          </a:r>
        </a:p>
      </dsp:txBody>
      <dsp:txXfrm>
        <a:off x="622553" y="3038636"/>
        <a:ext cx="4750125" cy="7402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9A744-03A2-4452-8F16-44C29B3DADA7}">
      <dsp:nvSpPr>
        <dsp:cNvPr id="0" name=""/>
        <dsp:cNvSpPr/>
      </dsp:nvSpPr>
      <dsp:spPr>
        <a:xfrm>
          <a:off x="2648" y="198584"/>
          <a:ext cx="2315672" cy="926269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TEXT</a:t>
          </a:r>
        </a:p>
      </dsp:txBody>
      <dsp:txXfrm>
        <a:off x="2648" y="198584"/>
        <a:ext cx="2084105" cy="926269"/>
      </dsp:txXfrm>
    </dsp:sp>
    <dsp:sp modelId="{A35433FB-0399-4955-9D5A-4A33D806407E}">
      <dsp:nvSpPr>
        <dsp:cNvPr id="0" name=""/>
        <dsp:cNvSpPr/>
      </dsp:nvSpPr>
      <dsp:spPr>
        <a:xfrm>
          <a:off x="1855186" y="198584"/>
          <a:ext cx="2315672" cy="926269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INLINE</a:t>
          </a:r>
        </a:p>
      </dsp:txBody>
      <dsp:txXfrm>
        <a:off x="2318321" y="198584"/>
        <a:ext cx="1389403" cy="926269"/>
      </dsp:txXfrm>
    </dsp:sp>
    <dsp:sp modelId="{5E7567CF-0900-4DA2-8BAB-7A835BC4D71D}">
      <dsp:nvSpPr>
        <dsp:cNvPr id="0" name=""/>
        <dsp:cNvSpPr/>
      </dsp:nvSpPr>
      <dsp:spPr>
        <a:xfrm>
          <a:off x="3707724" y="198584"/>
          <a:ext cx="2315672" cy="926269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TEXT</a:t>
          </a:r>
        </a:p>
      </dsp:txBody>
      <dsp:txXfrm>
        <a:off x="4170859" y="198584"/>
        <a:ext cx="1389403" cy="9262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98CDB-19F1-483D-A60A-3ACC410B56F6}">
      <dsp:nvSpPr>
        <dsp:cNvPr id="0" name=""/>
        <dsp:cNvSpPr/>
      </dsp:nvSpPr>
      <dsp:spPr>
        <a:xfrm>
          <a:off x="186672" y="3185"/>
          <a:ext cx="1542643" cy="9255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date</a:t>
          </a:r>
        </a:p>
      </dsp:txBody>
      <dsp:txXfrm>
        <a:off x="186672" y="3185"/>
        <a:ext cx="1542643" cy="925586"/>
      </dsp:txXfrm>
    </dsp:sp>
    <dsp:sp modelId="{AFF611B1-4BEB-4A39-83A0-65E57F4D981F}">
      <dsp:nvSpPr>
        <dsp:cNvPr id="0" name=""/>
        <dsp:cNvSpPr/>
      </dsp:nvSpPr>
      <dsp:spPr>
        <a:xfrm>
          <a:off x="1883581" y="3185"/>
          <a:ext cx="1542643" cy="925586"/>
        </a:xfrm>
        <a:prstGeom prst="rect">
          <a:avLst/>
        </a:prstGeom>
        <a:solidFill>
          <a:schemeClr val="accent5">
            <a:hueOff val="-668486"/>
            <a:satOff val="-930"/>
            <a:lumOff val="-3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number</a:t>
          </a:r>
        </a:p>
      </dsp:txBody>
      <dsp:txXfrm>
        <a:off x="1883581" y="3185"/>
        <a:ext cx="1542643" cy="925586"/>
      </dsp:txXfrm>
    </dsp:sp>
    <dsp:sp modelId="{ED0DCB62-9266-4069-A6E8-1FDBFC442ECA}">
      <dsp:nvSpPr>
        <dsp:cNvPr id="0" name=""/>
        <dsp:cNvSpPr/>
      </dsp:nvSpPr>
      <dsp:spPr>
        <a:xfrm>
          <a:off x="3580489" y="3185"/>
          <a:ext cx="1542643" cy="925586"/>
        </a:xfrm>
        <a:prstGeom prst="rect">
          <a:avLst/>
        </a:prstGeom>
        <a:solidFill>
          <a:schemeClr val="accent5">
            <a:hueOff val="-1336972"/>
            <a:satOff val="-1860"/>
            <a:lumOff val="-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range</a:t>
          </a:r>
        </a:p>
      </dsp:txBody>
      <dsp:txXfrm>
        <a:off x="3580489" y="3185"/>
        <a:ext cx="1542643" cy="925586"/>
      </dsp:txXfrm>
    </dsp:sp>
    <dsp:sp modelId="{75BD41C8-F266-4286-AE82-02A63839BA79}">
      <dsp:nvSpPr>
        <dsp:cNvPr id="0" name=""/>
        <dsp:cNvSpPr/>
      </dsp:nvSpPr>
      <dsp:spPr>
        <a:xfrm>
          <a:off x="186672" y="1083036"/>
          <a:ext cx="1542643" cy="925586"/>
        </a:xfrm>
        <a:prstGeom prst="rect">
          <a:avLst/>
        </a:prstGeom>
        <a:solidFill>
          <a:schemeClr val="accent5">
            <a:hueOff val="-2005458"/>
            <a:satOff val="-2789"/>
            <a:lumOff val="-1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email</a:t>
          </a:r>
        </a:p>
      </dsp:txBody>
      <dsp:txXfrm>
        <a:off x="186672" y="1083036"/>
        <a:ext cx="1542643" cy="925586"/>
      </dsp:txXfrm>
    </dsp:sp>
    <dsp:sp modelId="{283695E3-2B13-4A4C-B7A1-347FBA357582}">
      <dsp:nvSpPr>
        <dsp:cNvPr id="0" name=""/>
        <dsp:cNvSpPr/>
      </dsp:nvSpPr>
      <dsp:spPr>
        <a:xfrm>
          <a:off x="1883581" y="1083036"/>
          <a:ext cx="1542643" cy="925586"/>
        </a:xfrm>
        <a:prstGeom prst="rect">
          <a:avLst/>
        </a:prstGeom>
        <a:solidFill>
          <a:schemeClr val="accent5">
            <a:hueOff val="-2673943"/>
            <a:satOff val="-3719"/>
            <a:lumOff val="-14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url</a:t>
          </a:r>
          <a:endParaRPr lang="en-US" sz="2600" kern="1200" dirty="0"/>
        </a:p>
      </dsp:txBody>
      <dsp:txXfrm>
        <a:off x="1883581" y="1083036"/>
        <a:ext cx="1542643" cy="925586"/>
      </dsp:txXfrm>
    </dsp:sp>
    <dsp:sp modelId="{DF007019-A9CD-419D-88D9-4A2A9FCFE3DD}">
      <dsp:nvSpPr>
        <dsp:cNvPr id="0" name=""/>
        <dsp:cNvSpPr/>
      </dsp:nvSpPr>
      <dsp:spPr>
        <a:xfrm>
          <a:off x="3580489" y="1083036"/>
          <a:ext cx="1542643" cy="925586"/>
        </a:xfrm>
        <a:prstGeom prst="rect">
          <a:avLst/>
        </a:prstGeom>
        <a:solidFill>
          <a:schemeClr val="accent5">
            <a:hueOff val="-3342429"/>
            <a:satOff val="-4649"/>
            <a:lumOff val="-1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search</a:t>
          </a:r>
        </a:p>
      </dsp:txBody>
      <dsp:txXfrm>
        <a:off x="3580489" y="1083036"/>
        <a:ext cx="1542643" cy="925586"/>
      </dsp:txXfrm>
    </dsp:sp>
    <dsp:sp modelId="{1C19010C-7A66-43EC-AD2F-455C6EB2F046}">
      <dsp:nvSpPr>
        <dsp:cNvPr id="0" name=""/>
        <dsp:cNvSpPr/>
      </dsp:nvSpPr>
      <dsp:spPr>
        <a:xfrm>
          <a:off x="186672" y="2162887"/>
          <a:ext cx="1542643" cy="925586"/>
        </a:xfrm>
        <a:prstGeom prst="rect">
          <a:avLst/>
        </a:prstGeom>
        <a:solidFill>
          <a:schemeClr val="accent5">
            <a:hueOff val="-4010915"/>
            <a:satOff val="-5579"/>
            <a:lumOff val="-21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tel</a:t>
          </a:r>
          <a:endParaRPr lang="en-US" sz="2600" kern="1200" dirty="0"/>
        </a:p>
      </dsp:txBody>
      <dsp:txXfrm>
        <a:off x="186672" y="2162887"/>
        <a:ext cx="1542643" cy="925586"/>
      </dsp:txXfrm>
    </dsp:sp>
    <dsp:sp modelId="{766BDA6B-0DEB-461D-BA2C-07326786670A}">
      <dsp:nvSpPr>
        <dsp:cNvPr id="0" name=""/>
        <dsp:cNvSpPr/>
      </dsp:nvSpPr>
      <dsp:spPr>
        <a:xfrm>
          <a:off x="1883581" y="2162887"/>
          <a:ext cx="1542643" cy="925586"/>
        </a:xfrm>
        <a:prstGeom prst="rect">
          <a:avLst/>
        </a:prstGeom>
        <a:solidFill>
          <a:schemeClr val="accent5">
            <a:hueOff val="-4679401"/>
            <a:satOff val="-6509"/>
            <a:lumOff val="-24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color</a:t>
          </a:r>
        </a:p>
      </dsp:txBody>
      <dsp:txXfrm>
        <a:off x="1883581" y="2162887"/>
        <a:ext cx="1542643" cy="925586"/>
      </dsp:txXfrm>
    </dsp:sp>
    <dsp:sp modelId="{70E81097-E244-4C9D-85C6-4F1081334AFA}">
      <dsp:nvSpPr>
        <dsp:cNvPr id="0" name=""/>
        <dsp:cNvSpPr/>
      </dsp:nvSpPr>
      <dsp:spPr>
        <a:xfrm>
          <a:off x="3580489" y="2162887"/>
          <a:ext cx="1542643" cy="925586"/>
        </a:xfrm>
        <a:prstGeom prst="rect">
          <a:avLst/>
        </a:prstGeom>
        <a:solidFill>
          <a:schemeClr val="accent5">
            <a:hueOff val="-5347887"/>
            <a:satOff val="-7439"/>
            <a:lumOff val="-2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datetime</a:t>
          </a:r>
          <a:endParaRPr lang="en-US" sz="2600" kern="1200" dirty="0"/>
        </a:p>
      </dsp:txBody>
      <dsp:txXfrm>
        <a:off x="3580489" y="2162887"/>
        <a:ext cx="1542643" cy="925586"/>
      </dsp:txXfrm>
    </dsp:sp>
    <dsp:sp modelId="{5A8F4090-48A0-46C7-BB93-B56EDE762F41}">
      <dsp:nvSpPr>
        <dsp:cNvPr id="0" name=""/>
        <dsp:cNvSpPr/>
      </dsp:nvSpPr>
      <dsp:spPr>
        <a:xfrm>
          <a:off x="186672" y="3242737"/>
          <a:ext cx="1542643" cy="925586"/>
        </a:xfrm>
        <a:prstGeom prst="rect">
          <a:avLst/>
        </a:prstGeom>
        <a:solidFill>
          <a:schemeClr val="accent5">
            <a:hueOff val="-6016373"/>
            <a:satOff val="-8368"/>
            <a:lumOff val="-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month</a:t>
          </a:r>
        </a:p>
      </dsp:txBody>
      <dsp:txXfrm>
        <a:off x="186672" y="3242737"/>
        <a:ext cx="1542643" cy="925586"/>
      </dsp:txXfrm>
    </dsp:sp>
    <dsp:sp modelId="{1E1F2E0A-7803-44BC-932A-8BF23863110F}">
      <dsp:nvSpPr>
        <dsp:cNvPr id="0" name=""/>
        <dsp:cNvSpPr/>
      </dsp:nvSpPr>
      <dsp:spPr>
        <a:xfrm>
          <a:off x="1883581" y="3242737"/>
          <a:ext cx="1542643" cy="925586"/>
        </a:xfrm>
        <a:prstGeom prst="rect">
          <a:avLst/>
        </a:prstGeom>
        <a:solidFill>
          <a:schemeClr val="accent5">
            <a:hueOff val="-6684859"/>
            <a:satOff val="-9298"/>
            <a:lumOff val="-35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week</a:t>
          </a:r>
        </a:p>
      </dsp:txBody>
      <dsp:txXfrm>
        <a:off x="1883581" y="3242737"/>
        <a:ext cx="1542643" cy="925586"/>
      </dsp:txXfrm>
    </dsp:sp>
    <dsp:sp modelId="{A25861C0-6AA5-41F6-8B62-99A566779058}">
      <dsp:nvSpPr>
        <dsp:cNvPr id="0" name=""/>
        <dsp:cNvSpPr/>
      </dsp:nvSpPr>
      <dsp:spPr>
        <a:xfrm>
          <a:off x="3580489" y="3242737"/>
          <a:ext cx="1542643" cy="925586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Datetime</a:t>
          </a:r>
          <a:r>
            <a:rPr lang="en-US" sz="2600" kern="1200" dirty="0"/>
            <a:t>-local</a:t>
          </a:r>
        </a:p>
      </dsp:txBody>
      <dsp:txXfrm>
        <a:off x="3580489" y="3242737"/>
        <a:ext cx="1542643" cy="92558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416173" y="189126"/>
          <a:ext cx="2548696" cy="254887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placeholder</a:t>
          </a:r>
        </a:p>
      </dsp:txBody>
      <dsp:txXfrm>
        <a:off x="789421" y="562400"/>
        <a:ext cx="1802200" cy="1802328"/>
      </dsp:txXfrm>
    </dsp:sp>
    <dsp:sp modelId="{D5D5C5B0-4DA2-4727-9176-90CB8EFF6E3B}">
      <dsp:nvSpPr>
        <dsp:cNvPr id="0" name=""/>
        <dsp:cNvSpPr/>
      </dsp:nvSpPr>
      <dsp:spPr>
        <a:xfrm>
          <a:off x="2871798" y="189138"/>
          <a:ext cx="2548696" cy="2548876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required</a:t>
          </a:r>
        </a:p>
      </dsp:txBody>
      <dsp:txXfrm>
        <a:off x="3245046" y="562412"/>
        <a:ext cx="1802200" cy="1802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348A3-53D0-4FD2-BEA8-74028E5BACD2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0C914-BACE-4DCB-88D6-E3F349FFE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1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URLs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are like addresses.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HTTP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the language used to fetch the information.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HTML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what makes webpages and links work, so you can easily move around the Web.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use an IP address directly in a URL instead of a domain name =&gt; </a:t>
            </a:r>
            <a:r>
              <a:rPr lang="en-US" dirty="0"/>
              <a:t>http://93.184.216.34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instead of </a:t>
            </a:r>
            <a:r>
              <a:rPr lang="en-US" dirty="0"/>
              <a:t>http://example.com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62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1158875"/>
            <a:ext cx="5562600" cy="312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2:notes"/>
          <p:cNvSpPr txBox="1">
            <a:spLocks noGrp="1"/>
          </p:cNvSpPr>
          <p:nvPr>
            <p:ph type="body" idx="1"/>
          </p:nvPr>
        </p:nvSpPr>
        <p:spPr>
          <a:xfrm>
            <a:off x="698500" y="4461669"/>
            <a:ext cx="5588000" cy="365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75" tIns="46425" rIns="92875" bIns="46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2:notes"/>
          <p:cNvSpPr txBox="1">
            <a:spLocks noGrp="1"/>
          </p:cNvSpPr>
          <p:nvPr>
            <p:ph type="sldNum" idx="12"/>
          </p:nvPr>
        </p:nvSpPr>
        <p:spPr>
          <a:xfrm>
            <a:off x="3956550" y="8805841"/>
            <a:ext cx="3026833" cy="46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75" tIns="46425" rIns="92875" bIns="464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ar-EG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274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client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your computer, phone, or browser. It asks for information (like a webpage or a video).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server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a powerful computer that stores and delivers the information the client asks for.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They communicate with each other (like you and the waiter) to get things done.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client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asks for something.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server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provides it.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Together, they make the internet work!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67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2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D5770-F423-AD29-08DE-F230BCE6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59EBD-F0BB-6975-5FDF-441F27B07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6E5C0-FD16-99C6-B067-3FBC1BA88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HTML?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is the standard markup language for creating Web pages.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stands for Hyper Text Markup Language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describes the structure of Web pages using markup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the building blocks of HTML pages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represented by tags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tags label pieces of content such as "heading", "paragraph", "table", and so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Browsers do not display the HTML tags, but use them to render the content of the page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1FE15-3CD4-3C26-8707-31319E9AD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1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HTML?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is the standard markup language for creating Web pages.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stands for Hyper Text Markup Language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describes the structure of Web pages using markup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the building blocks of HTML pages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represented by tags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tags label pieces of content such as "heading", "paragraph", "table", and so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Browsers do not display the HTML tags, but use them to render the content of the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61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61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15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Strict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but does NOT INCLUDE presentational or deprecated elements (like font). Framesets are not allowed.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4.01//EN" "http://www.w3.org/TR/html4/strict.dtd"&gt;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Transitional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INCLUDING presentational and deprecated elements (like font). Framesets are not allowed.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 Transitional//EN" "http://www.w3.org/TR/html4/loose.dtd"&gt;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Frameset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HTML 4.01 Transitional, but allows the use of frameset content.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 Frameset//EN" "http://www.w3.org/TR/html4/frameset.dtd"&gt;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Strict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but does NOT INCLUDE presentational or deprecated elements (like font). Framesets are not allowed. The markup must also be written as well-formed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Strict//EN" "http://www.w3.org/TR/xhtml1/DTD/xhtml1-strict.dtd"&gt;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Transitional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INCLUDING presentational and deprecated elements (like font). Framesets are not allowed. The markup must also be written as well-formed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Transitional//EN" "http://www.w3.org/TR/xhtml1/DTD/xhtml1-transitional.dtd"&gt;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Frameset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XHTML 1.0 Transitional, but allows the use of frameset content.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Frameset//EN" "http://www.w3.org/TR/xhtml1/DTD/xhtml1-frameset.dtd"&gt;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XHTML 1.0 Strict, but allows you to add modules (for example to provide ruby support for East-Asian languages).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1.1//EN" "http://www.w3.org/TR/xhtml11/DTD/xhtml11.dtd"&gt;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68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5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2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href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=&gt; 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Hypertext Reference</a:t>
            </a:r>
          </a:p>
          <a:p>
            <a:r>
              <a:rPr lang="en-US"/>
              <a:t>alt</a:t>
            </a:r>
            <a:r>
              <a:rPr lang="en-US" b="0" i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en-US" b="1" i="0">
                <a:solidFill>
                  <a:srgbClr val="404040"/>
                </a:solidFill>
                <a:effectLst/>
                <a:latin typeface="Inter"/>
              </a:rPr>
              <a:t> =&gt; alternative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71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breaking and white space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Whitespace generally ignored in block and inline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&lt;pre&gt; – whitespace is respected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 Explicit line break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 Horizontal rule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 entities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nbsp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- space which cannot be used for line breaks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etc. entities for HTML markup characters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70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&lt;dl&gt;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&gt;Coffee&lt;/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&gt;Black hot drink&lt;/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&gt;Milk&lt;/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&gt;White cold drink&lt;/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&lt;/dl&gt;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66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87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&lt;table&gt; &lt;caption&gt;List Elements&lt;/caption&gt;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&gt;List Type&lt;/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&gt;Tags&lt;/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tfoot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&gt;&lt;td&gt;Lists can . . . &lt;/td&gt;&lt;/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tfoot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&gt;. . .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&lt;/table&gt;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6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7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 / Align*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 padding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 spacing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wrap*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77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&lt;input name="</a:t>
            </a:r>
            <a:r>
              <a:rPr lang="en-US" dirty="0" err="1"/>
              <a:t>myFile</a:t>
            </a:r>
            <a:r>
              <a:rPr lang="en-US" dirty="0"/>
              <a:t>" type="file"&gt;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3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8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C1B3-AD97-AA75-0EDF-388ADE85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FD138-ADE5-9D0E-F0A2-D4C7C99B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39394-2FE4-66DD-547D-795ADA9D1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C3CF5-3A7D-3F9F-0A0C-6DD1B9493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8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global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-local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date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month year-and-month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time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week year-and-week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number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range imprecise number-input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email e-mail address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URL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search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telephone-number-input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color color-well control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216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global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-local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date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month year-and-month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time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week year-and-week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number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range imprecise number-input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email e-mail address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URL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search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telephone-number-input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color color-well control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0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5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5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9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8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4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13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1097281" y="633470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49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323531" y="339513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06389" lvl="0" indent="-203195" algn="ctr">
              <a:spcBef>
                <a:spcPts val="711"/>
              </a:spcBef>
              <a:spcAft>
                <a:spcPts val="0"/>
              </a:spcAft>
              <a:buClr>
                <a:srgbClr val="5E5E5E"/>
              </a:buClr>
              <a:buSzPts val="5400"/>
              <a:buNone/>
              <a:defRPr sz="4800" b="0">
                <a:solidFill>
                  <a:srgbClr val="5E5E5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046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88514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4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9095875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4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5257800"/>
            <a:ext cx="7459578" cy="9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4"/>
          <p:cNvSpPr txBox="1"/>
          <p:nvPr/>
        </p:nvSpPr>
        <p:spPr>
          <a:xfrm>
            <a:off x="4314105" y="6258580"/>
            <a:ext cx="3563796" cy="475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نسخة أصلية ©  </a:t>
            </a:r>
            <a:r>
              <a:rPr lang="ar-EG" sz="1244" b="0" i="0" u="none" strike="noStrike" cap="none">
                <a:solidFill>
                  <a:srgbClr val="434343"/>
                </a:solidFill>
                <a:latin typeface="Browallia New"/>
                <a:ea typeface="Browallia New"/>
                <a:cs typeface="Browallia New"/>
                <a:sym typeface="Browallia New"/>
              </a:rPr>
              <a:t>2021 </a:t>
            </a: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معهد تكنولوجيا المعلومات</a:t>
            </a:r>
            <a:endParaRPr sz="1244"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جميع الحقوق محفوظة</a:t>
            </a:r>
            <a:endParaRPr sz="1244" b="0" i="0" u="none" strike="noStrike" cap="none">
              <a:solidFill>
                <a:srgbClr val="4343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16" name="Google Shape;116;p24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 r="69491"/>
          <a:stretch/>
        </p:blipFill>
        <p:spPr>
          <a:xfrm>
            <a:off x="9460031" y="-3"/>
            <a:ext cx="2775041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 r="37846"/>
          <a:stretch/>
        </p:blipFill>
        <p:spPr>
          <a:xfrm>
            <a:off x="7520647" y="5271899"/>
            <a:ext cx="4684607" cy="9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23161" y="350830"/>
            <a:ext cx="1648776" cy="111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1097281" y="4023740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1184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body" idx="1"/>
          </p:nvPr>
        </p:nvSpPr>
        <p:spPr>
          <a:xfrm>
            <a:off x="1097280" y="1097280"/>
            <a:ext cx="4267200" cy="371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489">
                <a:latin typeface="Cairo"/>
                <a:ea typeface="Cairo"/>
                <a:cs typeface="Cairo"/>
                <a:sym typeface="Cairo"/>
              </a:defRPr>
            </a:lvl1pPr>
            <a:lvl2pPr marL="812777" lvl="1" indent="-338658" algn="l">
              <a:spcBef>
                <a:spcPts val="267"/>
              </a:spcBef>
              <a:spcAft>
                <a:spcPts val="0"/>
              </a:spcAft>
              <a:buSzPts val="2400"/>
              <a:buChar char="▪"/>
              <a:defRPr sz="2133">
                <a:latin typeface="Cairo"/>
                <a:ea typeface="Cairo"/>
                <a:cs typeface="Cairo"/>
                <a:sym typeface="Cairo"/>
              </a:defRPr>
            </a:lvl2pPr>
            <a:lvl3pPr marL="1219166" lvl="2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2"/>
          </p:nvPr>
        </p:nvSpPr>
        <p:spPr>
          <a:xfrm>
            <a:off x="6266688" y="1097280"/>
            <a:ext cx="4267200" cy="371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489">
                <a:latin typeface="Cairo"/>
                <a:ea typeface="Cairo"/>
                <a:cs typeface="Cairo"/>
                <a:sym typeface="Cairo"/>
              </a:defRPr>
            </a:lvl1pPr>
            <a:lvl2pPr marL="812777" lvl="1" indent="-338658" algn="l">
              <a:spcBef>
                <a:spcPts val="267"/>
              </a:spcBef>
              <a:spcAft>
                <a:spcPts val="0"/>
              </a:spcAft>
              <a:buSzPts val="2400"/>
              <a:buChar char="▪"/>
              <a:defRPr sz="2133">
                <a:latin typeface="Cairo"/>
                <a:ea typeface="Cairo"/>
                <a:cs typeface="Cairo"/>
                <a:sym typeface="Cairo"/>
              </a:defRPr>
            </a:lvl2pPr>
            <a:lvl3pPr marL="1219166" lvl="2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8009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body" idx="1"/>
          </p:nvPr>
        </p:nvSpPr>
        <p:spPr>
          <a:xfrm>
            <a:off x="1097280" y="1097280"/>
            <a:ext cx="426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44" b="0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800"/>
              <a:buNone/>
              <a:defRPr sz="1600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2"/>
          </p:nvPr>
        </p:nvSpPr>
        <p:spPr>
          <a:xfrm>
            <a:off x="1092201" y="1701848"/>
            <a:ext cx="42672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latin typeface="Cairo"/>
                <a:ea typeface="Cairo"/>
                <a:cs typeface="Cairo"/>
                <a:sym typeface="Cairo"/>
              </a:defRPr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body" idx="3"/>
          </p:nvPr>
        </p:nvSpPr>
        <p:spPr>
          <a:xfrm>
            <a:off x="6266688" y="1097280"/>
            <a:ext cx="426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44" b="0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800"/>
              <a:buNone/>
              <a:defRPr sz="1600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4"/>
          </p:nvPr>
        </p:nvSpPr>
        <p:spPr>
          <a:xfrm>
            <a:off x="6266688" y="1701848"/>
            <a:ext cx="42672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latin typeface="Cairo"/>
                <a:ea typeface="Cairo"/>
                <a:cs typeface="Cairo"/>
                <a:sym typeface="Cairo"/>
              </a:defRPr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6412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5180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8085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"/>
            <a:ext cx="12192000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5257800"/>
            <a:ext cx="12192000" cy="9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0" y="764501"/>
            <a:ext cx="2219136" cy="111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 txBox="1"/>
          <p:nvPr/>
        </p:nvSpPr>
        <p:spPr>
          <a:xfrm>
            <a:off x="812800" y="4063435"/>
            <a:ext cx="7010400" cy="52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iro"/>
              <a:buNone/>
            </a:pPr>
            <a:r>
              <a:rPr lang="ar-EG" sz="2844" b="1" i="0" u="none" strike="noStrike" cap="none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Presentation Title</a:t>
            </a:r>
            <a:endParaRPr sz="1244"/>
          </a:p>
        </p:txBody>
      </p:sp>
      <p:sp>
        <p:nvSpPr>
          <p:cNvPr id="148" name="Google Shape;148;p30"/>
          <p:cNvSpPr txBox="1"/>
          <p:nvPr/>
        </p:nvSpPr>
        <p:spPr>
          <a:xfrm>
            <a:off x="812800" y="4567547"/>
            <a:ext cx="4876800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airo"/>
              <a:buNone/>
            </a:pPr>
            <a:r>
              <a:rPr lang="ar-EG" sz="2133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Presentation Sub-title</a:t>
            </a:r>
            <a:endParaRPr sz="1244"/>
          </a:p>
        </p:txBody>
      </p:sp>
      <p:sp>
        <p:nvSpPr>
          <p:cNvPr id="149" name="Google Shape;149;p30"/>
          <p:cNvSpPr txBox="1"/>
          <p:nvPr/>
        </p:nvSpPr>
        <p:spPr>
          <a:xfrm>
            <a:off x="4084072" y="6258580"/>
            <a:ext cx="4023858" cy="475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Copyright © 2021 Information Technology Institute</a:t>
            </a:r>
            <a:endParaRPr sz="1244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All rights reserved</a:t>
            </a:r>
            <a:endParaRPr sz="1244"/>
          </a:p>
        </p:txBody>
      </p:sp>
    </p:spTree>
    <p:extLst>
      <p:ext uri="{BB962C8B-B14F-4D97-AF65-F5344CB8AC3E}">
        <p14:creationId xmlns:p14="http://schemas.microsoft.com/office/powerpoint/2010/main" val="4018816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330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 type="secHead">
  <p:cSld name="1_Section 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/>
          </p:nvPr>
        </p:nvSpPr>
        <p:spPr>
          <a:xfrm>
            <a:off x="831851" y="170975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500"/>
              <a:buFont typeface="Cairo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831851" y="458947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rgbClr val="919191"/>
              </a:buClr>
              <a:buSzPts val="1800"/>
              <a:buNone/>
              <a:defRPr sz="1600">
                <a:solidFill>
                  <a:srgbClr val="919191"/>
                </a:solidFill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1500"/>
              <a:buNone/>
              <a:defRPr sz="1333">
                <a:solidFill>
                  <a:srgbClr val="919191"/>
                </a:solidFill>
              </a:defRPr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350"/>
              <a:buNone/>
              <a:defRPr sz="1200">
                <a:solidFill>
                  <a:srgbClr val="919191"/>
                </a:solidFill>
              </a:defRPr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6068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63" name="Google Shape;163;p33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273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 type="twoTxTwoObj">
  <p:cSld name="1_Comparison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1"/>
          </p:nvPr>
        </p:nvSpPr>
        <p:spPr>
          <a:xfrm>
            <a:off x="609602" y="1535117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 b="1"/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799"/>
              <a:buNone/>
              <a:defRPr sz="1599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body" idx="2"/>
          </p:nvPr>
        </p:nvSpPr>
        <p:spPr>
          <a:xfrm>
            <a:off x="609602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/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/>
            </a:lvl2pPr>
            <a:lvl3pPr marL="1219166" lvl="2" indent="-304734" algn="l">
              <a:spcBef>
                <a:spcPts val="267"/>
              </a:spcBef>
              <a:spcAft>
                <a:spcPts val="0"/>
              </a:spcAft>
              <a:buSzPts val="1799"/>
              <a:buChar char="▪"/>
              <a:defRPr sz="1599"/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68" name="Google Shape;168;p34"/>
          <p:cNvSpPr txBox="1">
            <a:spLocks noGrp="1"/>
          </p:cNvSpPr>
          <p:nvPr>
            <p:ph type="body" idx="3"/>
          </p:nvPr>
        </p:nvSpPr>
        <p:spPr>
          <a:xfrm>
            <a:off x="6193379" y="1535117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 b="1"/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799"/>
              <a:buNone/>
              <a:defRPr sz="1599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body" idx="4"/>
          </p:nvPr>
        </p:nvSpPr>
        <p:spPr>
          <a:xfrm>
            <a:off x="619337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/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/>
            </a:lvl2pPr>
            <a:lvl3pPr marL="1219166" lvl="2" indent="-304734" algn="l">
              <a:spcBef>
                <a:spcPts val="267"/>
              </a:spcBef>
              <a:spcAft>
                <a:spcPts val="0"/>
              </a:spcAft>
              <a:buSzPts val="1799"/>
              <a:buChar char="▪"/>
              <a:defRPr sz="1599"/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168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5174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80" name="Google Shape;180;p3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81" name="Google Shape;181;p3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82" name="Google Shape;182;p36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05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90607-5AAF-4FBF-B5EE-00D47C776EAD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0" y="6600529"/>
            <a:ext cx="12191998" cy="26835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272E"/>
          </a:solidFill>
          <a:ln>
            <a:noFill/>
          </a:ln>
        </p:spPr>
        <p:txBody>
          <a:bodyPr spcFirstLastPara="1" wrap="square" lIns="81267" tIns="40622" rIns="81267" bIns="406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endParaRPr sz="1600" b="0" i="0" u="none" strike="noStrike" cap="non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 sz="2800" b="1" i="0" u="none" strike="noStrike" cap="none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1" y="0"/>
            <a:ext cx="12191998" cy="506896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D9DAD9"/>
          </a:solidFill>
          <a:ln>
            <a:noFill/>
          </a:ln>
        </p:spPr>
        <p:txBody>
          <a:bodyPr spcFirstLastPara="1" wrap="square" lIns="81267" tIns="40622" rIns="81267" bIns="406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endParaRPr sz="1600" b="0" i="0" u="none" strike="noStrike" cap="non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9638636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crdownload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2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hyperlink" Target="https://developer.mozilla.org/en-US/docs/Web/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html/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www.w3.org/TR/html401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5807" y="6183868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Menna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Shata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FB75A-143B-46C2-9C72-1C7A80C05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991" y="206465"/>
            <a:ext cx="6882018" cy="64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C22B-A9A4-457D-BBAB-2935CCFFA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</a:rPr>
              <a:t>The World Wide Web (Web) is a network of information resources.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</a:rPr>
              <a:t>The Web relies on three mechanisms to make these resources readily available to the widest possible audience: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A uniform naming scheme for locating resources on the Web (e.g., URLs).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Protocols, for access to named resources over the Web (e.g., HTTP).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Hypertext, for easy navigation among resources (e.g., HTML).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B06E5-6CEB-4698-8E63-CBFF779A64B9}"/>
              </a:ext>
            </a:extLst>
          </p:cNvPr>
          <p:cNvSpPr txBox="1"/>
          <p:nvPr/>
        </p:nvSpPr>
        <p:spPr>
          <a:xfrm>
            <a:off x="3271716" y="434728"/>
            <a:ext cx="5648567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 World Wide Web </a:t>
            </a:r>
          </a:p>
        </p:txBody>
      </p:sp>
    </p:spTree>
    <p:extLst>
      <p:ext uri="{BB962C8B-B14F-4D97-AF65-F5344CB8AC3E}">
        <p14:creationId xmlns:p14="http://schemas.microsoft.com/office/powerpoint/2010/main" val="234148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6705E-AE29-4F02-BB17-B8F5DF62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40" y="971975"/>
            <a:ext cx="10027920" cy="487680"/>
          </a:xfrm>
        </p:spPr>
        <p:txBody>
          <a:bodyPr/>
          <a:lstStyle/>
          <a:p>
            <a:r>
              <a:rPr lang="en-US" sz="3200" dirty="0"/>
              <a:t>Static vs Dynamic Websites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E606C-9B40-4D87-8B60-6C86E6E26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15"/>
          <a:stretch/>
        </p:blipFill>
        <p:spPr>
          <a:xfrm>
            <a:off x="1724355" y="1656470"/>
            <a:ext cx="8929577" cy="4074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000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4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FBCD270A-6D3B-4E9E-BFCE-C8AB3CD6C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664" y="1123527"/>
            <a:ext cx="7674667" cy="4604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E501FBD-A113-4C65-8881-AF283E0BF12E}"/>
              </a:ext>
            </a:extLst>
          </p:cNvPr>
          <p:cNvSpPr/>
          <p:nvPr/>
        </p:nvSpPr>
        <p:spPr>
          <a:xfrm>
            <a:off x="1237129" y="5277956"/>
            <a:ext cx="5055652" cy="502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Client-Server Model</a:t>
            </a:r>
          </a:p>
        </p:txBody>
      </p:sp>
    </p:spTree>
    <p:extLst>
      <p:ext uri="{BB962C8B-B14F-4D97-AF65-F5344CB8AC3E}">
        <p14:creationId xmlns:p14="http://schemas.microsoft.com/office/powerpoint/2010/main" val="293172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6C10DEF9-3B5B-4119-AF49-236E9EF4B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417" y="542366"/>
            <a:ext cx="6666442" cy="5773268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704E02-C64C-48A6-B626-8A72FE254081}"/>
              </a:ext>
            </a:extLst>
          </p:cNvPr>
          <p:cNvSpPr/>
          <p:nvPr/>
        </p:nvSpPr>
        <p:spPr>
          <a:xfrm>
            <a:off x="838200" y="296213"/>
            <a:ext cx="3608294" cy="120032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Calibri Light (Headings)"/>
              </a:rPr>
              <a:t>Website</a:t>
            </a:r>
            <a:endParaRPr lang="en-US" sz="2800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01482-9981-438E-BB9E-F25EE1D02BE0}"/>
              </a:ext>
            </a:extLst>
          </p:cNvPr>
          <p:cNvSpPr txBox="1"/>
          <p:nvPr/>
        </p:nvSpPr>
        <p:spPr>
          <a:xfrm>
            <a:off x="179295" y="3286223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Client-side technologies used to create websites.</a:t>
            </a:r>
          </a:p>
        </p:txBody>
      </p:sp>
    </p:spTree>
    <p:extLst>
      <p:ext uri="{BB962C8B-B14F-4D97-AF65-F5344CB8AC3E}">
        <p14:creationId xmlns:p14="http://schemas.microsoft.com/office/powerpoint/2010/main" val="353686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19245A10-7F37-4569-80D2-2F692931E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267F70F-11C6-4597-9381-D0D80FC18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93707D-2B7B-4898-9030-03AD7658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812" y="2723322"/>
            <a:ext cx="3510355" cy="2236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Essential Technologies of WWW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2C20A93E-E407-4683-A405-147DE2613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E8E3DD9-D235-48D9-A0EC-D6817EC84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EA83A145-578D-4A0B-94A7-AEAB2027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picture containing funnel chart&#10;&#10;Description automatically generated">
            <a:extLst>
              <a:ext uri="{FF2B5EF4-FFF2-40B4-BE49-F238E27FC236}">
                <a16:creationId xmlns:a16="http://schemas.microsoft.com/office/drawing/2014/main" id="{284C1F40-3A2C-4B52-9845-A9213B702F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r="3" b="3697"/>
          <a:stretch/>
        </p:blipFill>
        <p:spPr>
          <a:xfrm>
            <a:off x="502025" y="648754"/>
            <a:ext cx="6392654" cy="39807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F8BE0C-9D5B-4406-B772-54705D87DDF8}"/>
              </a:ext>
            </a:extLst>
          </p:cNvPr>
          <p:cNvSpPr/>
          <p:nvPr/>
        </p:nvSpPr>
        <p:spPr>
          <a:xfrm>
            <a:off x="595964" y="3727392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Content &amp;</a:t>
            </a:r>
          </a:p>
          <a:p>
            <a:pPr algn="ctr"/>
            <a:r>
              <a:rPr lang="en-US" sz="2400" dirty="0"/>
              <a:t>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7FBF5E-43F5-4657-96A4-5554CD6C1925}"/>
              </a:ext>
            </a:extLst>
          </p:cNvPr>
          <p:cNvSpPr/>
          <p:nvPr/>
        </p:nvSpPr>
        <p:spPr>
          <a:xfrm>
            <a:off x="2678157" y="3727391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Presentation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F8338-A217-4D7C-B100-0C75764C6C22}"/>
              </a:ext>
            </a:extLst>
          </p:cNvPr>
          <p:cNvSpPr/>
          <p:nvPr/>
        </p:nvSpPr>
        <p:spPr>
          <a:xfrm>
            <a:off x="4755590" y="3727392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Behavior</a:t>
            </a:r>
          </a:p>
        </p:txBody>
      </p:sp>
    </p:spTree>
    <p:extLst>
      <p:ext uri="{BB962C8B-B14F-4D97-AF65-F5344CB8AC3E}">
        <p14:creationId xmlns:p14="http://schemas.microsoft.com/office/powerpoint/2010/main" val="328691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ABF2C-640A-5301-F520-B2633880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DC46B2-48DA-8C1D-8532-72881BCEEF3A}"/>
              </a:ext>
            </a:extLst>
          </p:cNvPr>
          <p:cNvSpPr txBox="1"/>
          <p:nvPr/>
        </p:nvSpPr>
        <p:spPr>
          <a:xfrm>
            <a:off x="5579622" y="1160899"/>
            <a:ext cx="51347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</a:rPr>
              <a:t>HTML</a:t>
            </a:r>
            <a:br>
              <a:rPr lang="en-US" dirty="0"/>
            </a:br>
            <a:r>
              <a:rPr lang="en-US" sz="3200" b="1" dirty="0">
                <a:solidFill>
                  <a:srgbClr val="FF0000"/>
                </a:solidFill>
              </a:rPr>
              <a:t>H</a:t>
            </a:r>
            <a:r>
              <a:rPr lang="en-US" sz="3200" b="1" dirty="0"/>
              <a:t>yper </a:t>
            </a:r>
            <a:r>
              <a:rPr lang="en-US" sz="3200" b="1" dirty="0">
                <a:solidFill>
                  <a:srgbClr val="FF0000"/>
                </a:solidFill>
              </a:rPr>
              <a:t>T</a:t>
            </a:r>
            <a:r>
              <a:rPr lang="en-US" sz="3200" b="1" dirty="0"/>
              <a:t>ext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b="1" dirty="0"/>
              <a:t>arkup </a:t>
            </a:r>
            <a:r>
              <a:rPr lang="en-US" sz="3200" b="1" dirty="0">
                <a:solidFill>
                  <a:srgbClr val="FF0000"/>
                </a:solidFill>
              </a:rPr>
              <a:t>L</a:t>
            </a:r>
            <a:r>
              <a:rPr lang="en-US" sz="3200" b="1" dirty="0"/>
              <a:t>anguage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EBA21-0FC2-7F6F-2936-98175D4BEA49}"/>
              </a:ext>
            </a:extLst>
          </p:cNvPr>
          <p:cNvSpPr txBox="1"/>
          <p:nvPr/>
        </p:nvSpPr>
        <p:spPr>
          <a:xfrm>
            <a:off x="1082793" y="4828152"/>
            <a:ext cx="10272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3600" b="1" dirty="0"/>
              <a:t>The standard </a:t>
            </a:r>
            <a:r>
              <a:rPr lang="en-US" sz="3600" b="1" dirty="0">
                <a:solidFill>
                  <a:srgbClr val="92D050"/>
                </a:solidFill>
              </a:rPr>
              <a:t>markup language</a:t>
            </a:r>
            <a:r>
              <a:rPr lang="en-US" sz="3600" b="1" dirty="0"/>
              <a:t> for creating </a:t>
            </a:r>
            <a:r>
              <a:rPr lang="en-US" sz="3600" b="1" dirty="0">
                <a:solidFill>
                  <a:srgbClr val="00B0F0"/>
                </a:solidFill>
              </a:rPr>
              <a:t>web pages</a:t>
            </a:r>
            <a:r>
              <a:rPr lang="en-US" sz="3600" b="1" dirty="0"/>
              <a:t> and </a:t>
            </a:r>
            <a:r>
              <a:rPr lang="en-US" sz="3600" b="1" dirty="0">
                <a:solidFill>
                  <a:srgbClr val="FFC000"/>
                </a:solidFill>
              </a:rPr>
              <a:t>web applications</a:t>
            </a:r>
            <a:r>
              <a:rPr lang="en-US" sz="3600" b="1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DAA38-FD33-25A0-E539-096954330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89" y="583015"/>
            <a:ext cx="5021400" cy="40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6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4AF6C-D9E7-49DA-BC56-B9A39F128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92" y="894996"/>
            <a:ext cx="9754961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7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96875" y="1316170"/>
            <a:ext cx="5873018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92D050"/>
                </a:solidFill>
              </a:rPr>
              <a:t>Founder</a:t>
            </a:r>
            <a:br>
              <a:rPr lang="en-US" dirty="0"/>
            </a:br>
            <a:r>
              <a:rPr lang="en-US" sz="6600" b="1" dirty="0">
                <a:solidFill>
                  <a:srgbClr val="00B0F0"/>
                </a:solidFill>
              </a:rPr>
              <a:t>Tim Berners-Lee</a:t>
            </a:r>
            <a:endParaRPr lang="en-US" sz="44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2445" y="4069344"/>
            <a:ext cx="3726612" cy="110799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Late 1991</a:t>
            </a:r>
            <a:endParaRPr lang="en-US" sz="115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40" y="1169611"/>
            <a:ext cx="4017120" cy="40171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1793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760F-59A4-46E4-97A6-7F84B04FF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96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1991 HTML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1994 HTML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1996 CSS 1 + JavaScript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1997 HTML 4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1998 CSS 2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2000 XHTML 1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2002 Tableless Web Design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2005 AJAX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2006 jQuery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2009 HTML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A20F08-350C-4613-AAE6-A7731950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3408"/>
            <a:ext cx="10515599" cy="1325563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Rough Timeline of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255688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2178" y="2593074"/>
            <a:ext cx="4217821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Agency FB" panose="020B0503020202020204" pitchFamily="34" charset="0"/>
              </a:rPr>
              <a:t>HTML ANATOMY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41065339"/>
              </p:ext>
            </p:extLst>
          </p:nvPr>
        </p:nvGraphicFramePr>
        <p:xfrm>
          <a:off x="845579" y="1289523"/>
          <a:ext cx="6046384" cy="404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613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790284282"/>
              </p:ext>
            </p:extLst>
          </p:nvPr>
        </p:nvGraphicFramePr>
        <p:xfrm>
          <a:off x="5539705" y="629726"/>
          <a:ext cx="534315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16" y="719530"/>
            <a:ext cx="3433439" cy="343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5597" y="4470123"/>
            <a:ext cx="2021707" cy="132343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Agency FB" panose="020B0503020202020204" pitchFamily="34" charset="0"/>
              </a:rPr>
              <a:t>HEAD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181047" y="2689362"/>
            <a:ext cx="50535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spc="1000" dirty="0">
                <a:solidFill>
                  <a:srgbClr val="C00000"/>
                </a:solidFill>
              </a:rPr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47293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3" y="720951"/>
            <a:ext cx="3433439" cy="343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9498" y="4389804"/>
            <a:ext cx="2021707" cy="132343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Agency FB" panose="020B0503020202020204" pitchFamily="34" charset="0"/>
              </a:rPr>
              <a:t>HEAD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B03D21F9-8373-4658-85EB-2DF470DDB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672" y="1597869"/>
            <a:ext cx="880232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1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79454218"/>
              </p:ext>
            </p:extLst>
          </p:nvPr>
        </p:nvGraphicFramePr>
        <p:xfrm>
          <a:off x="794479" y="1214202"/>
          <a:ext cx="5951095" cy="4411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44838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2530" y="571488"/>
            <a:ext cx="2361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7030A0"/>
                </a:solidFill>
                <a:latin typeface="Agency FB" panose="020B0503020202020204" pitchFamily="34" charset="0"/>
              </a:rPr>
              <a:t>TAGS</a:t>
            </a:r>
            <a:endParaRPr lang="en-US" sz="11500" b="1" dirty="0">
              <a:solidFill>
                <a:srgbClr val="7030A0"/>
              </a:solidFill>
              <a:latin typeface="Agency FB" panose="020B0503020202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385107" y="49620"/>
            <a:ext cx="4599481" cy="2843373"/>
            <a:chOff x="4169765" y="625574"/>
            <a:chExt cx="4599481" cy="2843373"/>
          </a:xfrm>
        </p:grpSpPr>
        <p:grpSp>
          <p:nvGrpSpPr>
            <p:cNvPr id="11" name="Group 10"/>
            <p:cNvGrpSpPr/>
            <p:nvPr/>
          </p:nvGrpSpPr>
          <p:grpSpPr>
            <a:xfrm>
              <a:off x="4169765" y="625574"/>
              <a:ext cx="4332158" cy="1127986"/>
              <a:chOff x="4152275" y="614597"/>
              <a:chExt cx="7482528" cy="112798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4152275" y="614597"/>
                <a:ext cx="86937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&lt;</a:t>
                </a:r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0765432" y="632087"/>
                <a:ext cx="86937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&gt;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11713" y="634587"/>
                <a:ext cx="4947368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TagName</a:t>
                </a:r>
                <a:endParaRPr lang="en-US" sz="32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169765" y="2469637"/>
              <a:ext cx="4599481" cy="999310"/>
              <a:chOff x="3597641" y="614597"/>
              <a:chExt cx="8024036" cy="1127986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3597641" y="614597"/>
                <a:ext cx="137017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&lt;/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765432" y="632087"/>
                <a:ext cx="856245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&gt;</a:t>
                </a:r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011712" y="634587"/>
                <a:ext cx="487267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TagName</a:t>
                </a:r>
                <a:endParaRPr lang="en-US" sz="32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5722081" y="1773550"/>
              <a:ext cx="1513235" cy="830997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chemeClr val="bg1"/>
                  </a:solidFill>
                </a:rPr>
                <a:t>DATA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376868" y="4040118"/>
            <a:ext cx="50674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92D050"/>
                </a:solidFill>
                <a:latin typeface="Agency FB" panose="020B0503020202020204" pitchFamily="34" charset="0"/>
              </a:rPr>
              <a:t>SELF CLOSE</a:t>
            </a:r>
            <a:endParaRPr lang="en-US" sz="11500" b="1" dirty="0">
              <a:solidFill>
                <a:srgbClr val="92D050"/>
              </a:solidFill>
              <a:latin typeface="Agency FB" panose="020B0503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292530" y="4263202"/>
            <a:ext cx="4868947" cy="1123491"/>
            <a:chOff x="3597641" y="614597"/>
            <a:chExt cx="8494133" cy="1268157"/>
          </a:xfrm>
        </p:grpSpPr>
        <p:sp>
          <p:nvSpPr>
            <p:cNvPr id="23" name="TextBox 22"/>
            <p:cNvSpPr txBox="1"/>
            <p:nvPr/>
          </p:nvSpPr>
          <p:spPr>
            <a:xfrm>
              <a:off x="3597641" y="614597"/>
              <a:ext cx="105764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&lt;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399319" y="632087"/>
              <a:ext cx="169245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/&gt;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10243" y="634587"/>
              <a:ext cx="487267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 err="1">
                  <a:solidFill>
                    <a:schemeClr val="accent1">
                      <a:lumMod val="75000"/>
                    </a:schemeClr>
                  </a:solidFill>
                </a:rPr>
                <a:t>TagName</a:t>
              </a:r>
              <a:endParaRPr lang="en-US" sz="3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363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4755" y="1784354"/>
            <a:ext cx="5780750" cy="120032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TAGS ATTRIBUTES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74627" y="3236624"/>
            <a:ext cx="11117700" cy="1123491"/>
            <a:chOff x="3597641" y="614597"/>
            <a:chExt cx="7799323" cy="1268157"/>
          </a:xfrm>
        </p:grpSpPr>
        <p:sp>
          <p:nvSpPr>
            <p:cNvPr id="6" name="TextBox 5"/>
            <p:cNvSpPr txBox="1"/>
            <p:nvPr/>
          </p:nvSpPr>
          <p:spPr>
            <a:xfrm>
              <a:off x="3597641" y="614597"/>
              <a:ext cx="105764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&lt;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79431" y="632087"/>
              <a:ext cx="717533" cy="125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/&gt;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30643" y="632087"/>
              <a:ext cx="7266518" cy="125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 err="1">
                  <a:solidFill>
                    <a:schemeClr val="accent1">
                      <a:lumMod val="75000"/>
                    </a:schemeClr>
                  </a:solidFill>
                </a:rPr>
                <a:t>TagName</a:t>
              </a:r>
              <a:r>
                <a:rPr lang="en-US" sz="66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sz="6600" b="1" dirty="0" err="1">
                  <a:solidFill>
                    <a:srgbClr val="92D050"/>
                  </a:solidFill>
                </a:rPr>
                <a:t>AttName</a:t>
              </a:r>
              <a:r>
                <a:rPr lang="en-US" sz="6600" b="1" dirty="0">
                  <a:solidFill>
                    <a:srgbClr val="92D050"/>
                  </a:solidFill>
                </a:rPr>
                <a:t> </a:t>
              </a:r>
              <a:r>
                <a:rPr lang="en-US" sz="6600" b="1" dirty="0">
                  <a:solidFill>
                    <a:srgbClr val="FFC000"/>
                  </a:solidFill>
                </a:rPr>
                <a:t>=</a:t>
              </a:r>
              <a:r>
                <a:rPr lang="en-US" sz="66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sz="6600" b="1" dirty="0">
                  <a:solidFill>
                    <a:srgbClr val="7030A0"/>
                  </a:solidFill>
                </a:rPr>
                <a:t>‘value’</a:t>
              </a:r>
              <a:endParaRPr lang="en-US" sz="32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841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9289" y="1544513"/>
            <a:ext cx="4115229" cy="1200329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Comments</a:t>
            </a:r>
            <a:endParaRPr lang="en-US" sz="2800" spc="6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3348" y="3011769"/>
            <a:ext cx="6921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&lt;!--</a:t>
            </a:r>
            <a:r>
              <a:rPr lang="en-US" sz="8000" b="1" dirty="0">
                <a:solidFill>
                  <a:srgbClr val="C00000"/>
                </a:solidFill>
              </a:rPr>
              <a:t> any text 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--&gt;</a:t>
            </a:r>
            <a:r>
              <a:rPr lang="en-US" sz="8000" b="1" dirty="0">
                <a:solidFill>
                  <a:srgbClr val="C00000"/>
                </a:solidFill>
              </a:rPr>
              <a:t> </a:t>
            </a:r>
            <a:endParaRPr 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919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3305713" cy="923330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HEADING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692" y="2053562"/>
            <a:ext cx="3305713" cy="40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39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3181" y="809473"/>
            <a:ext cx="1920719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TEXT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163785854"/>
              </p:ext>
            </p:extLst>
          </p:nvPr>
        </p:nvGraphicFramePr>
        <p:xfrm>
          <a:off x="359762" y="1439063"/>
          <a:ext cx="6505732" cy="2908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977338283"/>
              </p:ext>
            </p:extLst>
          </p:nvPr>
        </p:nvGraphicFramePr>
        <p:xfrm>
          <a:off x="332280" y="3210055"/>
          <a:ext cx="6505732" cy="2818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623939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257349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LISTS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0473542"/>
              </p:ext>
            </p:extLst>
          </p:nvPr>
        </p:nvGraphicFramePr>
        <p:xfrm>
          <a:off x="1783830" y="1867710"/>
          <a:ext cx="4751882" cy="4563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02510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300630" cy="92333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LINKS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276238296"/>
              </p:ext>
            </p:extLst>
          </p:nvPr>
        </p:nvGraphicFramePr>
        <p:xfrm>
          <a:off x="1222530" y="2308485"/>
          <a:ext cx="5732905" cy="3829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61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58582" y="854440"/>
            <a:ext cx="2864887" cy="92333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IMAGES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08412844"/>
              </p:ext>
            </p:extLst>
          </p:nvPr>
        </p:nvGraphicFramePr>
        <p:xfrm>
          <a:off x="1267503" y="2188564"/>
          <a:ext cx="4698582" cy="401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75193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277952"/>
              </p:ext>
            </p:extLst>
          </p:nvPr>
        </p:nvGraphicFramePr>
        <p:xfrm>
          <a:off x="1993691" y="2842710"/>
          <a:ext cx="4272198" cy="349068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3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671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Footer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1182" y="2096589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200" dirty="0">
                <a:solidFill>
                  <a:srgbClr val="FF0000"/>
                </a:solidFill>
                <a:latin typeface="Agency FB" panose="020B0503020202020204" pitchFamily="34" charset="0"/>
              </a:rPr>
              <a:t>CAPTION</a:t>
            </a:r>
            <a:endParaRPr lang="en-US" sz="1200" b="1" spc="12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-977216" y="3885854"/>
            <a:ext cx="4102405" cy="83099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STRUCTURE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29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55337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5337" y="2094541"/>
            <a:ext cx="210025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DATA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68834219"/>
              </p:ext>
            </p:extLst>
          </p:nvPr>
        </p:nvGraphicFramePr>
        <p:xfrm>
          <a:off x="1235070" y="2434784"/>
          <a:ext cx="5089291" cy="41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89053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55337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5337" y="2094541"/>
            <a:ext cx="403828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FORMATING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974428401"/>
              </p:ext>
            </p:extLst>
          </p:nvPr>
        </p:nvGraphicFramePr>
        <p:xfrm>
          <a:off x="1235070" y="2434784"/>
          <a:ext cx="5089291" cy="41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65746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563522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FORMS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44865602"/>
              </p:ext>
            </p:extLst>
          </p:nvPr>
        </p:nvGraphicFramePr>
        <p:xfrm>
          <a:off x="1790460" y="1966823"/>
          <a:ext cx="5309806" cy="4171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2769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1635682" y="3526139"/>
            <a:ext cx="4062331" cy="144655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8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BLOCK</a:t>
            </a:r>
            <a:endParaRPr lang="en-US" sz="6600" b="1" spc="15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9965" y="545566"/>
            <a:ext cx="3634328" cy="132343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80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INLINE</a:t>
            </a:r>
            <a:endParaRPr lang="en-US" sz="5400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5097489" y="2158584"/>
          <a:ext cx="5995232" cy="4002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5171606" y="545565"/>
          <a:ext cx="6026046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0606" y="3236842"/>
            <a:ext cx="2113613" cy="175592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2841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37" y="5905651"/>
            <a:ext cx="912137" cy="631632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27219" y="282576"/>
            <a:ext cx="10337562" cy="147002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rial Rounded MT Bold" pitchFamily="34" charset="0"/>
              </a:rPr>
              <a:t>What is HTML5 ?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9906000" cy="3886200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is the latest evolution of the standard that defines HTML.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 term represents two different concepts. It is a new version of the language HTML, with new elements, attributes, and behaviors, and a larger set of technologies that allows the building of more diverse and powerful Web sites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73297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0000"/>
                </a:solidFill>
                <a:latin typeface="Arial Rounded MT Bold" pitchFamily="34" charset="0"/>
              </a:rPr>
              <a:t>Browser Support For HTML5 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792424" y="2286000"/>
            <a:ext cx="8610599" cy="3886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 is not  yet an official standard, and no browser have full HTML5 support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But all major browsers (Chrome, Safari, Firefox, Internet Explorer, Opera) continue to add new HTML5 features to their latest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en-US" sz="2400" dirty="0">
                <a:solidFill>
                  <a:srgbClr val="4F81BD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Some of the most interesting new  features in HTML5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85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0000"/>
                </a:solidFill>
                <a:latin typeface="Arial Rounded MT Bold" pitchFamily="34" charset="0"/>
              </a:rPr>
              <a:t>HTML5 New Elements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381001" y="2438400"/>
            <a:ext cx="8610599" cy="3886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New Semantic/ Structural Elements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1"/>
            <a:ext cx="929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includes new elements for better structure, better form handling, drawing, and for media content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3278522"/>
            <a:ext cx="11582400" cy="32746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article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aside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details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 err="1">
                <a:solidFill>
                  <a:srgbClr val="0070C0"/>
                </a:solidFill>
              </a:rPr>
              <a:t>figcaption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figure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footer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header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main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mark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 err="1">
                <a:solidFill>
                  <a:srgbClr val="0070C0"/>
                </a:solidFill>
              </a:rPr>
              <a:t>nav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section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summary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time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64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89C0-E05B-6EA9-BB5F-F565B55F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5B4B0-5CD2-7692-13D7-940BBD014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12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449" y="533400"/>
            <a:ext cx="8040984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rial Rounded MT Bold" pitchFamily="34" charset="0"/>
              </a:rPr>
              <a:t>HTML5 FORMS</a:t>
            </a:r>
            <a:endParaRPr lang="en-US" sz="2400" b="1" spc="12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3200400" y="1981200"/>
          <a:ext cx="5309806" cy="4171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0241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solidFill>
                  <a:srgbClr val="FF0000"/>
                </a:solidFill>
                <a:latin typeface="Arial Rounded MT Bold" pitchFamily="34" charset="0"/>
              </a:rPr>
              <a:t>HTML5 Forms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381001" y="1241425"/>
            <a:ext cx="8610599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number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2070109"/>
            <a:ext cx="115824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type="</a:t>
            </a:r>
            <a:r>
              <a:rPr lang="en-US" sz="3200" b="1" dirty="0">
                <a:solidFill>
                  <a:srgbClr val="0070C0"/>
                </a:solidFill>
              </a:rPr>
              <a:t>number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min="</a:t>
            </a:r>
            <a:r>
              <a:rPr lang="en-US" sz="3200" b="1" dirty="0">
                <a:solidFill>
                  <a:srgbClr val="0070C0"/>
                </a:solidFill>
              </a:rPr>
              <a:t>0</a:t>
            </a:r>
            <a:r>
              <a:rPr lang="en-US" sz="3200" b="1" dirty="0">
                <a:solidFill>
                  <a:srgbClr val="00B050"/>
                </a:solidFill>
              </a:rPr>
              <a:t>" max="</a:t>
            </a:r>
            <a:r>
              <a:rPr lang="en-US" sz="3200" b="1" dirty="0">
                <a:solidFill>
                  <a:srgbClr val="0070C0"/>
                </a:solidFill>
              </a:rPr>
              <a:t>10</a:t>
            </a:r>
            <a:r>
              <a:rPr lang="en-US" sz="3200" b="1" dirty="0">
                <a:solidFill>
                  <a:srgbClr val="00B050"/>
                </a:solidFill>
              </a:rPr>
              <a:t>" step="</a:t>
            </a:r>
            <a:r>
              <a:rPr lang="en-US" sz="3200" b="1" dirty="0">
                <a:solidFill>
                  <a:srgbClr val="0070C0"/>
                </a:solidFill>
              </a:rPr>
              <a:t>2</a:t>
            </a:r>
            <a:r>
              <a:rPr lang="en-US" sz="3200" b="1" dirty="0">
                <a:solidFill>
                  <a:srgbClr val="00B050"/>
                </a:solidFill>
              </a:rPr>
              <a:t>" value="</a:t>
            </a:r>
            <a:r>
              <a:rPr lang="en-US" sz="3200" b="1" dirty="0">
                <a:solidFill>
                  <a:srgbClr val="0070C0"/>
                </a:solidFill>
              </a:rPr>
              <a:t>6</a:t>
            </a:r>
            <a:r>
              <a:rPr lang="en-US" sz="3200" b="1" dirty="0">
                <a:solidFill>
                  <a:srgbClr val="00B050"/>
                </a:solidFill>
              </a:rPr>
              <a:t>”</a:t>
            </a:r>
            <a:r>
              <a:rPr lang="en-US" sz="3200" b="1" dirty="0">
                <a:solidFill>
                  <a:srgbClr val="92D05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" name="Subtitle 6">
            <a:extLst>
              <a:ext uri="{FF2B5EF4-FFF2-40B4-BE49-F238E27FC236}">
                <a16:creationId xmlns:a16="http://schemas.microsoft.com/office/drawing/2014/main" id="{99BA5DDC-394E-F1FF-857E-FEB15AC592AE}"/>
              </a:ext>
            </a:extLst>
          </p:cNvPr>
          <p:cNvSpPr txBox="1">
            <a:spLocks/>
          </p:cNvSpPr>
          <p:nvPr/>
        </p:nvSpPr>
        <p:spPr>
          <a:xfrm>
            <a:off x="304800" y="3919763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number as slider: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 only difference is the user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C050E-B592-1729-9143-0E821745DDE3}"/>
              </a:ext>
            </a:extLst>
          </p:cNvPr>
          <p:cNvSpPr txBox="1"/>
          <p:nvPr/>
        </p:nvSpPr>
        <p:spPr>
          <a:xfrm>
            <a:off x="304800" y="5031023"/>
            <a:ext cx="115824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range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min="</a:t>
            </a:r>
            <a:r>
              <a:rPr lang="en-US" sz="3200" b="1" dirty="0">
                <a:solidFill>
                  <a:srgbClr val="0070C0"/>
                </a:solidFill>
              </a:rPr>
              <a:t>0</a:t>
            </a:r>
            <a:r>
              <a:rPr lang="en-US" sz="3200" b="1" dirty="0">
                <a:solidFill>
                  <a:srgbClr val="00B050"/>
                </a:solidFill>
              </a:rPr>
              <a:t>" max="</a:t>
            </a:r>
            <a:r>
              <a:rPr lang="en-US" sz="3200" b="1" dirty="0">
                <a:solidFill>
                  <a:srgbClr val="0070C0"/>
                </a:solidFill>
              </a:rPr>
              <a:t>10</a:t>
            </a:r>
            <a:r>
              <a:rPr lang="en-US" sz="3200" b="1" dirty="0">
                <a:solidFill>
                  <a:srgbClr val="00B050"/>
                </a:solidFill>
              </a:rPr>
              <a:t>" step="</a:t>
            </a:r>
            <a:r>
              <a:rPr lang="en-US" sz="3200" b="1" dirty="0">
                <a:solidFill>
                  <a:srgbClr val="0070C0"/>
                </a:solidFill>
              </a:rPr>
              <a:t>2</a:t>
            </a:r>
            <a:r>
              <a:rPr lang="en-US" sz="3200" b="1" dirty="0">
                <a:solidFill>
                  <a:srgbClr val="00B050"/>
                </a:solidFill>
              </a:rPr>
              <a:t>" value="</a:t>
            </a:r>
            <a:r>
              <a:rPr lang="en-US" sz="3200" b="1" dirty="0">
                <a:solidFill>
                  <a:srgbClr val="0070C0"/>
                </a:solidFill>
              </a:rPr>
              <a:t>6</a:t>
            </a:r>
            <a:r>
              <a:rPr lang="en-US" sz="3200" b="1" dirty="0">
                <a:solidFill>
                  <a:srgbClr val="00B050"/>
                </a:solidFill>
              </a:rPr>
              <a:t>”</a:t>
            </a:r>
            <a:r>
              <a:rPr lang="en-US" sz="3200" b="1" dirty="0">
                <a:solidFill>
                  <a:srgbClr val="92D05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683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solidFill>
                  <a:srgbClr val="FF0000"/>
                </a:solidFill>
                <a:latin typeface="Arial Rounded MT Bold" pitchFamily="34" charset="0"/>
              </a:rPr>
              <a:t>HTML5 Forms</a:t>
            </a:r>
          </a:p>
        </p:txBody>
      </p:sp>
      <p:sp>
        <p:nvSpPr>
          <p:cNvPr id="10" name="Subtitle 6"/>
          <p:cNvSpPr txBox="1">
            <a:spLocks/>
          </p:cNvSpPr>
          <p:nvPr/>
        </p:nvSpPr>
        <p:spPr>
          <a:xfrm>
            <a:off x="152400" y="1554846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color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9314" y="2647524"/>
            <a:ext cx="73152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color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2C5F7-6A7E-BDA6-5397-22E3968E7977}"/>
              </a:ext>
            </a:extLst>
          </p:cNvPr>
          <p:cNvSpPr txBox="1"/>
          <p:nvPr/>
        </p:nvSpPr>
        <p:spPr>
          <a:xfrm>
            <a:off x="4005942" y="3615311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E897089B-709B-7278-2003-4199DCDC6939}"/>
              </a:ext>
            </a:extLst>
          </p:cNvPr>
          <p:cNvSpPr txBox="1">
            <a:spLocks/>
          </p:cNvSpPr>
          <p:nvPr/>
        </p:nvSpPr>
        <p:spPr>
          <a:xfrm>
            <a:off x="293914" y="3944286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Date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50D29-EE52-1864-ECC0-C1541C4562F3}"/>
              </a:ext>
            </a:extLst>
          </p:cNvPr>
          <p:cNvSpPr txBox="1"/>
          <p:nvPr/>
        </p:nvSpPr>
        <p:spPr>
          <a:xfrm>
            <a:off x="1589314" y="5077877"/>
            <a:ext cx="73152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date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429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449" y="533400"/>
            <a:ext cx="8040984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rial Rounded MT Bold" pitchFamily="34" charset="0"/>
              </a:rPr>
              <a:t>HTML5 FORMS</a:t>
            </a:r>
            <a:endParaRPr lang="en-US" sz="2400" b="1" spc="12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93168916"/>
              </p:ext>
            </p:extLst>
          </p:nvPr>
        </p:nvGraphicFramePr>
        <p:xfrm>
          <a:off x="3131137" y="2438401"/>
          <a:ext cx="5788473" cy="4248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03980" y="1981201"/>
            <a:ext cx="6442789" cy="6463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b="1" spc="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Attributes and functions</a:t>
            </a:r>
            <a:endParaRPr lang="en-US" sz="1100" b="1" spc="3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09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74557"/>
            <a:ext cx="4576637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REFERENCES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3003" y="2533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17" y="2922721"/>
            <a:ext cx="5801193" cy="1450298"/>
          </a:xfrm>
          <a:prstGeom prst="rect">
            <a:avLst/>
          </a:prstGeom>
        </p:spPr>
      </p:pic>
      <p:pic>
        <p:nvPicPr>
          <p:cNvPr id="6" name="Picture 5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426" y="420293"/>
            <a:ext cx="3372787" cy="2297711"/>
          </a:xfrm>
          <a:prstGeom prst="rect">
            <a:avLst/>
          </a:prstGeom>
        </p:spPr>
      </p:pic>
      <p:pic>
        <p:nvPicPr>
          <p:cNvPr id="8" name="Picture 7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62" y="5107573"/>
            <a:ext cx="6585224" cy="10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23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0" y="2306624"/>
            <a:ext cx="6723444" cy="144655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Questions ???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3003" y="2533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8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I-theme-english">
  <a:themeElements>
    <a:clrScheme name="ITI color Pallette">
      <a:dk1>
        <a:srgbClr val="434343"/>
      </a:dk1>
      <a:lt1>
        <a:srgbClr val="FFFFFF"/>
      </a:lt1>
      <a:dk2>
        <a:srgbClr val="6D6D6D"/>
      </a:dk2>
      <a:lt2>
        <a:srgbClr val="CDD7D9"/>
      </a:lt2>
      <a:accent1>
        <a:srgbClr val="8B272C"/>
      </a:accent1>
      <a:accent2>
        <a:srgbClr val="EE3633"/>
      </a:accent2>
      <a:accent3>
        <a:srgbClr val="007DC2"/>
      </a:accent3>
      <a:accent4>
        <a:srgbClr val="FEBE2D"/>
      </a:accent4>
      <a:accent5>
        <a:srgbClr val="D9D9D8"/>
      </a:accent5>
      <a:accent6>
        <a:srgbClr val="434343"/>
      </a:accent6>
      <a:hlink>
        <a:srgbClr val="6D6D6D"/>
      </a:hlink>
      <a:folHlink>
        <a:srgbClr val="D9D9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1790</Words>
  <Application>Microsoft Office PowerPoint</Application>
  <PresentationFormat>Widescreen</PresentationFormat>
  <Paragraphs>319</Paragraphs>
  <Slides>37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3" baseType="lpstr">
      <vt:lpstr>Agency FB</vt:lpstr>
      <vt:lpstr>Arial</vt:lpstr>
      <vt:lpstr>Arial Rounded MT Bold</vt:lpstr>
      <vt:lpstr>Arial Unicode MS</vt:lpstr>
      <vt:lpstr>Browallia New</vt:lpstr>
      <vt:lpstr>Cairo</vt:lpstr>
      <vt:lpstr>Calibri</vt:lpstr>
      <vt:lpstr>Calibri Light</vt:lpstr>
      <vt:lpstr>Calibri Light (Headings)</vt:lpstr>
      <vt:lpstr>Consolas</vt:lpstr>
      <vt:lpstr>Inter</vt:lpstr>
      <vt:lpstr>Libre Franklin</vt:lpstr>
      <vt:lpstr>Libre Franklin Medium</vt:lpstr>
      <vt:lpstr>Wingdings</vt:lpstr>
      <vt:lpstr>Office Theme</vt:lpstr>
      <vt:lpstr>ITI-theme-english</vt:lpstr>
      <vt:lpstr>PowerPoint Presentation</vt:lpstr>
      <vt:lpstr>PowerPoint Presentation</vt:lpstr>
      <vt:lpstr>Static vs Dynamic Websites</vt:lpstr>
      <vt:lpstr>PowerPoint Presentation</vt:lpstr>
      <vt:lpstr>PowerPoint Presentation</vt:lpstr>
      <vt:lpstr>Essential Technologies of WWW</vt:lpstr>
      <vt:lpstr>PowerPoint Presentation</vt:lpstr>
      <vt:lpstr>PowerPoint Presentation</vt:lpstr>
      <vt:lpstr>PowerPoint Presentation</vt:lpstr>
      <vt:lpstr>Rough Timeline of Web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HTML5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mennashata</dc:creator>
  <cp:lastModifiedBy>yasser salem</cp:lastModifiedBy>
  <cp:revision>35</cp:revision>
  <dcterms:created xsi:type="dcterms:W3CDTF">2020-11-02T04:49:41Z</dcterms:created>
  <dcterms:modified xsi:type="dcterms:W3CDTF">2026-07-05T11:06:31Z</dcterms:modified>
</cp:coreProperties>
</file>